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85" r:id="rId2"/>
    <p:sldId id="292" r:id="rId3"/>
    <p:sldId id="294" r:id="rId4"/>
    <p:sldId id="295" r:id="rId5"/>
    <p:sldId id="293" r:id="rId6"/>
    <p:sldId id="296" r:id="rId7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EE26"/>
    <a:srgbClr val="BBEF39"/>
    <a:srgbClr val="C7F12F"/>
    <a:srgbClr val="B6F42C"/>
    <a:srgbClr val="CC3300"/>
    <a:srgbClr val="00FF00"/>
    <a:srgbClr val="79BB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1274" y="4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36932-01FD-45AF-B110-84880AA37D65}" type="datetimeFigureOut">
              <a:rPr lang="de-AT" smtClean="0"/>
              <a:t>05.03.2021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64C66-90D0-45FE-9B3B-EB18F2272AE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4748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06258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5486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310097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314648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65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7488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2998614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</a:t>
            </a:r>
            <a:r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_POS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 Arrays 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fld id="{C5A4FFB9-E613-43CD-964A-AE1E9E6225EE}" type="slidenum">
              <a:rPr lang="de-DE" sz="100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92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755576" y="1418764"/>
            <a:ext cx="74168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Arrays, die auch als Datenfelder bezeichnet werden, ermöglichen es,</a:t>
            </a:r>
          </a:p>
          <a:p>
            <a:r>
              <a:rPr lang="de-DE" dirty="0"/>
              <a:t>eine nahezu beliebig große Anzahl von Variablen gleichen Namens</a:t>
            </a:r>
          </a:p>
          <a:p>
            <a:r>
              <a:rPr lang="de-DE" dirty="0"/>
              <a:t>und gleichen Datentyps zu definieren.</a:t>
            </a:r>
          </a:p>
          <a:p>
            <a:r>
              <a:rPr lang="de-DE" dirty="0"/>
              <a:t>Unterschieden werden die einzelnen Elemente nur anhand einer Indizierung.</a:t>
            </a:r>
            <a:endParaRPr lang="de-AT" dirty="0"/>
          </a:p>
        </p:txBody>
      </p:sp>
      <p:sp>
        <p:nvSpPr>
          <p:cNvPr id="11" name="Rechteck 10"/>
          <p:cNvSpPr/>
          <p:nvPr/>
        </p:nvSpPr>
        <p:spPr>
          <a:xfrm>
            <a:off x="2122011" y="433097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" name="Rechteck 11"/>
          <p:cNvSpPr/>
          <p:nvPr/>
        </p:nvSpPr>
        <p:spPr>
          <a:xfrm>
            <a:off x="2698075" y="433097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hteck 12"/>
          <p:cNvSpPr/>
          <p:nvPr/>
        </p:nvSpPr>
        <p:spPr>
          <a:xfrm>
            <a:off x="3277938" y="433097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hteck 13"/>
          <p:cNvSpPr/>
          <p:nvPr/>
        </p:nvSpPr>
        <p:spPr>
          <a:xfrm>
            <a:off x="3854002" y="433097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Rechteck 14"/>
          <p:cNvSpPr/>
          <p:nvPr/>
        </p:nvSpPr>
        <p:spPr>
          <a:xfrm>
            <a:off x="4430066" y="433097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hteck 15"/>
          <p:cNvSpPr/>
          <p:nvPr/>
        </p:nvSpPr>
        <p:spPr>
          <a:xfrm>
            <a:off x="5006130" y="433097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7" name="Rechteck 16"/>
          <p:cNvSpPr/>
          <p:nvPr/>
        </p:nvSpPr>
        <p:spPr>
          <a:xfrm>
            <a:off x="6158258" y="4332966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hteck 17"/>
          <p:cNvSpPr/>
          <p:nvPr/>
        </p:nvSpPr>
        <p:spPr>
          <a:xfrm>
            <a:off x="5582194" y="4334954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hteck 18"/>
          <p:cNvSpPr/>
          <p:nvPr/>
        </p:nvSpPr>
        <p:spPr>
          <a:xfrm>
            <a:off x="6723856" y="4334954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hteck 19"/>
          <p:cNvSpPr/>
          <p:nvPr/>
        </p:nvSpPr>
        <p:spPr>
          <a:xfrm>
            <a:off x="7299920" y="4334954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hteck 23"/>
          <p:cNvSpPr/>
          <p:nvPr/>
        </p:nvSpPr>
        <p:spPr>
          <a:xfrm>
            <a:off x="2115344" y="382294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5" name="Rechteck 24"/>
          <p:cNvSpPr/>
          <p:nvPr/>
        </p:nvSpPr>
        <p:spPr>
          <a:xfrm>
            <a:off x="2691408" y="382294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6" name="Rechteck 25"/>
          <p:cNvSpPr/>
          <p:nvPr/>
        </p:nvSpPr>
        <p:spPr>
          <a:xfrm>
            <a:off x="3271271" y="382294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7" name="Rechteck 26"/>
          <p:cNvSpPr/>
          <p:nvPr/>
        </p:nvSpPr>
        <p:spPr>
          <a:xfrm>
            <a:off x="3847335" y="382294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8" name="Rechteck 27"/>
          <p:cNvSpPr/>
          <p:nvPr/>
        </p:nvSpPr>
        <p:spPr>
          <a:xfrm>
            <a:off x="4423399" y="382294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9" name="Rechteck 28"/>
          <p:cNvSpPr/>
          <p:nvPr/>
        </p:nvSpPr>
        <p:spPr>
          <a:xfrm>
            <a:off x="4999463" y="382294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0" name="Rechteck 29"/>
          <p:cNvSpPr/>
          <p:nvPr/>
        </p:nvSpPr>
        <p:spPr>
          <a:xfrm>
            <a:off x="6151591" y="3824934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1" name="Rechteck 30"/>
          <p:cNvSpPr/>
          <p:nvPr/>
        </p:nvSpPr>
        <p:spPr>
          <a:xfrm>
            <a:off x="5575527" y="3824934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2" name="Rechteck 31"/>
          <p:cNvSpPr/>
          <p:nvPr/>
        </p:nvSpPr>
        <p:spPr>
          <a:xfrm>
            <a:off x="6717189" y="3826922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3" name="Rechteck 32"/>
          <p:cNvSpPr/>
          <p:nvPr/>
        </p:nvSpPr>
        <p:spPr>
          <a:xfrm>
            <a:off x="7303845" y="3826922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972337" y="4432466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endParaRPr lang="de-AT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6" name="Abgerundetes Rechteck 45"/>
          <p:cNvSpPr/>
          <p:nvPr/>
        </p:nvSpPr>
        <p:spPr>
          <a:xfrm>
            <a:off x="827584" y="3717032"/>
            <a:ext cx="7264424" cy="1440160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Eindimensionale Arrays / Felder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252" y="2900752"/>
            <a:ext cx="4386980" cy="72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381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eck 33"/>
          <p:cNvSpPr/>
          <p:nvPr/>
        </p:nvSpPr>
        <p:spPr>
          <a:xfrm>
            <a:off x="1877387" y="2416820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hteck 34"/>
          <p:cNvSpPr/>
          <p:nvPr/>
        </p:nvSpPr>
        <p:spPr>
          <a:xfrm>
            <a:off x="2453451" y="2416820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" name="Rechteck 35"/>
          <p:cNvSpPr/>
          <p:nvPr/>
        </p:nvSpPr>
        <p:spPr>
          <a:xfrm>
            <a:off x="3033314" y="2416820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8" name="Rechteck 37"/>
          <p:cNvSpPr/>
          <p:nvPr/>
        </p:nvSpPr>
        <p:spPr>
          <a:xfrm>
            <a:off x="3609378" y="2416820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" name="Rechteck 38"/>
          <p:cNvSpPr/>
          <p:nvPr/>
        </p:nvSpPr>
        <p:spPr>
          <a:xfrm>
            <a:off x="4185442" y="2416820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0" name="Rechteck 39"/>
          <p:cNvSpPr/>
          <p:nvPr/>
        </p:nvSpPr>
        <p:spPr>
          <a:xfrm>
            <a:off x="4761506" y="2416820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" name="Rechteck 40"/>
          <p:cNvSpPr/>
          <p:nvPr/>
        </p:nvSpPr>
        <p:spPr>
          <a:xfrm>
            <a:off x="5913634" y="241880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2" name="Rechteck 41"/>
          <p:cNvSpPr/>
          <p:nvPr/>
        </p:nvSpPr>
        <p:spPr>
          <a:xfrm>
            <a:off x="5337570" y="241880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Rechteck 42"/>
          <p:cNvSpPr/>
          <p:nvPr/>
        </p:nvSpPr>
        <p:spPr>
          <a:xfrm>
            <a:off x="6479232" y="2420796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4" name="Rechteck 43"/>
          <p:cNvSpPr/>
          <p:nvPr/>
        </p:nvSpPr>
        <p:spPr>
          <a:xfrm>
            <a:off x="7065888" y="2420796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8" name="Rechteck 47"/>
          <p:cNvSpPr/>
          <p:nvPr/>
        </p:nvSpPr>
        <p:spPr>
          <a:xfrm>
            <a:off x="1870720" y="1908788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" name="Rechteck 48"/>
          <p:cNvSpPr/>
          <p:nvPr/>
        </p:nvSpPr>
        <p:spPr>
          <a:xfrm>
            <a:off x="2446784" y="1908788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hteck 49"/>
          <p:cNvSpPr/>
          <p:nvPr/>
        </p:nvSpPr>
        <p:spPr>
          <a:xfrm>
            <a:off x="3026647" y="1908788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hteck 50"/>
          <p:cNvSpPr/>
          <p:nvPr/>
        </p:nvSpPr>
        <p:spPr>
          <a:xfrm>
            <a:off x="3602711" y="1908788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hteck 51"/>
          <p:cNvSpPr/>
          <p:nvPr/>
        </p:nvSpPr>
        <p:spPr>
          <a:xfrm>
            <a:off x="4178775" y="1908788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3" name="Rechteck 52"/>
          <p:cNvSpPr/>
          <p:nvPr/>
        </p:nvSpPr>
        <p:spPr>
          <a:xfrm>
            <a:off x="4754839" y="1908788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4" name="Rechteck 53"/>
          <p:cNvSpPr/>
          <p:nvPr/>
        </p:nvSpPr>
        <p:spPr>
          <a:xfrm>
            <a:off x="5906967" y="191077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5" name="Rechteck 54"/>
          <p:cNvSpPr/>
          <p:nvPr/>
        </p:nvSpPr>
        <p:spPr>
          <a:xfrm>
            <a:off x="5330903" y="191077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hteck 55"/>
          <p:cNvSpPr/>
          <p:nvPr/>
        </p:nvSpPr>
        <p:spPr>
          <a:xfrm>
            <a:off x="6472565" y="1912764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7" name="Rechteck 56"/>
          <p:cNvSpPr/>
          <p:nvPr/>
        </p:nvSpPr>
        <p:spPr>
          <a:xfrm>
            <a:off x="7059221" y="1912764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1" name="Textfeld 60"/>
          <p:cNvSpPr txBox="1"/>
          <p:nvPr/>
        </p:nvSpPr>
        <p:spPr>
          <a:xfrm>
            <a:off x="4475088" y="3415640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[4];</a:t>
            </a:r>
          </a:p>
        </p:txBody>
      </p:sp>
      <p:sp>
        <p:nvSpPr>
          <p:cNvPr id="62" name="Rechteck 61"/>
          <p:cNvSpPr/>
          <p:nvPr/>
        </p:nvSpPr>
        <p:spPr>
          <a:xfrm>
            <a:off x="4205459" y="3866272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63" name="Gerade Verbindung mit Pfeil 62"/>
          <p:cNvCxnSpPr/>
          <p:nvPr/>
        </p:nvCxnSpPr>
        <p:spPr>
          <a:xfrm flipH="1">
            <a:off x="4475088" y="2992884"/>
            <a:ext cx="10466" cy="873388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63"/>
          <p:cNvCxnSpPr/>
          <p:nvPr/>
        </p:nvCxnSpPr>
        <p:spPr>
          <a:xfrm>
            <a:off x="1877387" y="2416820"/>
            <a:ext cx="0" cy="288032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64"/>
          <p:cNvCxnSpPr/>
          <p:nvPr/>
        </p:nvCxnSpPr>
        <p:spPr>
          <a:xfrm flipH="1">
            <a:off x="7607436" y="2429094"/>
            <a:ext cx="36004" cy="28680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/>
          <p:cNvCxnSpPr/>
          <p:nvPr/>
        </p:nvCxnSpPr>
        <p:spPr>
          <a:xfrm>
            <a:off x="1870720" y="5297140"/>
            <a:ext cx="5736716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feld 66"/>
          <p:cNvSpPr txBox="1"/>
          <p:nvPr/>
        </p:nvSpPr>
        <p:spPr>
          <a:xfrm>
            <a:off x="3899024" y="396963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>
                <a:solidFill>
                  <a:srgbClr val="C00000"/>
                </a:solidFill>
              </a:rPr>
              <a:t>i</a:t>
            </a:r>
          </a:p>
        </p:txBody>
      </p:sp>
      <p:sp>
        <p:nvSpPr>
          <p:cNvPr id="68" name="Textfeld 67"/>
          <p:cNvSpPr txBox="1"/>
          <p:nvPr/>
        </p:nvSpPr>
        <p:spPr>
          <a:xfrm>
            <a:off x="730672" y="2520186"/>
            <a:ext cx="114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endParaRPr lang="de-AT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9" name="Textfeld 68"/>
          <p:cNvSpPr txBox="1"/>
          <p:nvPr/>
        </p:nvSpPr>
        <p:spPr>
          <a:xfrm>
            <a:off x="3034928" y="4855800"/>
            <a:ext cx="3631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de-AT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numbers.Length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70" name="Textfeld 69"/>
          <p:cNvSpPr txBox="1"/>
          <p:nvPr/>
        </p:nvSpPr>
        <p:spPr>
          <a:xfrm>
            <a:off x="4632448" y="529714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>
                <a:solidFill>
                  <a:schemeClr val="accent6">
                    <a:lumMod val="75000"/>
                  </a:schemeClr>
                </a:solidFill>
              </a:rPr>
              <a:t>10</a:t>
            </a:r>
          </a:p>
        </p:txBody>
      </p:sp>
      <p:sp>
        <p:nvSpPr>
          <p:cNvPr id="73" name="Abgerundetes Rechteck 72"/>
          <p:cNvSpPr/>
          <p:nvPr/>
        </p:nvSpPr>
        <p:spPr>
          <a:xfrm>
            <a:off x="658664" y="1840756"/>
            <a:ext cx="7200800" cy="1404156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Eindimensionale Arrays</a:t>
            </a:r>
          </a:p>
        </p:txBody>
      </p:sp>
    </p:spTree>
    <p:extLst>
      <p:ext uri="{BB962C8B-B14F-4D97-AF65-F5344CB8AC3E}">
        <p14:creationId xmlns:p14="http://schemas.microsoft.com/office/powerpoint/2010/main" val="3912968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/>
        </p:nvSpPr>
        <p:spPr>
          <a:xfrm>
            <a:off x="2130395" y="4186962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hteck 11"/>
          <p:cNvSpPr/>
          <p:nvPr/>
        </p:nvSpPr>
        <p:spPr>
          <a:xfrm>
            <a:off x="2706459" y="4186962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chteck 12"/>
          <p:cNvSpPr/>
          <p:nvPr/>
        </p:nvSpPr>
        <p:spPr>
          <a:xfrm>
            <a:off x="3286322" y="4186962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hteck 13"/>
          <p:cNvSpPr/>
          <p:nvPr/>
        </p:nvSpPr>
        <p:spPr>
          <a:xfrm>
            <a:off x="3862386" y="4186962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5" name="Rechteck 14"/>
          <p:cNvSpPr/>
          <p:nvPr/>
        </p:nvSpPr>
        <p:spPr>
          <a:xfrm>
            <a:off x="4438450" y="4186962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6" name="Rechteck 15"/>
          <p:cNvSpPr/>
          <p:nvPr/>
        </p:nvSpPr>
        <p:spPr>
          <a:xfrm>
            <a:off x="5014514" y="4186962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7" name="Rechteck 16"/>
          <p:cNvSpPr/>
          <p:nvPr/>
        </p:nvSpPr>
        <p:spPr>
          <a:xfrm>
            <a:off x="6166642" y="4188950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18" name="Rechteck 17"/>
          <p:cNvSpPr/>
          <p:nvPr/>
        </p:nvSpPr>
        <p:spPr>
          <a:xfrm>
            <a:off x="5590578" y="419093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9" name="Rechteck 18"/>
          <p:cNvSpPr/>
          <p:nvPr/>
        </p:nvSpPr>
        <p:spPr>
          <a:xfrm>
            <a:off x="6732240" y="419093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20" name="Rechteck 19"/>
          <p:cNvSpPr/>
          <p:nvPr/>
        </p:nvSpPr>
        <p:spPr>
          <a:xfrm>
            <a:off x="7308304" y="419093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24" name="Rechteck 23"/>
          <p:cNvSpPr/>
          <p:nvPr/>
        </p:nvSpPr>
        <p:spPr>
          <a:xfrm>
            <a:off x="2123728" y="3678930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5" name="Rechteck 24"/>
          <p:cNvSpPr/>
          <p:nvPr/>
        </p:nvSpPr>
        <p:spPr>
          <a:xfrm>
            <a:off x="2699792" y="3678930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6" name="Rechteck 25"/>
          <p:cNvSpPr/>
          <p:nvPr/>
        </p:nvSpPr>
        <p:spPr>
          <a:xfrm>
            <a:off x="3279655" y="3678930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7" name="Rechteck 26"/>
          <p:cNvSpPr/>
          <p:nvPr/>
        </p:nvSpPr>
        <p:spPr>
          <a:xfrm>
            <a:off x="3855719" y="3678930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8" name="Rechteck 27"/>
          <p:cNvSpPr/>
          <p:nvPr/>
        </p:nvSpPr>
        <p:spPr>
          <a:xfrm>
            <a:off x="4431783" y="3678930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9" name="Rechteck 28"/>
          <p:cNvSpPr/>
          <p:nvPr/>
        </p:nvSpPr>
        <p:spPr>
          <a:xfrm>
            <a:off x="5007847" y="3678930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0" name="Rechteck 29"/>
          <p:cNvSpPr/>
          <p:nvPr/>
        </p:nvSpPr>
        <p:spPr>
          <a:xfrm>
            <a:off x="6159975" y="3680918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1" name="Rechteck 30"/>
          <p:cNvSpPr/>
          <p:nvPr/>
        </p:nvSpPr>
        <p:spPr>
          <a:xfrm>
            <a:off x="5583911" y="3680918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2" name="Rechteck 31"/>
          <p:cNvSpPr/>
          <p:nvPr/>
        </p:nvSpPr>
        <p:spPr>
          <a:xfrm>
            <a:off x="6725573" y="368290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3" name="Rechteck 32"/>
          <p:cNvSpPr/>
          <p:nvPr/>
        </p:nvSpPr>
        <p:spPr>
          <a:xfrm>
            <a:off x="7312229" y="368290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980721" y="4288450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endParaRPr lang="de-AT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4" name="Abgerundetes Rechteck 33"/>
          <p:cNvSpPr/>
          <p:nvPr/>
        </p:nvSpPr>
        <p:spPr>
          <a:xfrm>
            <a:off x="899592" y="3573016"/>
            <a:ext cx="7200800" cy="1440160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Eindimensionale Arrays</a:t>
            </a:r>
            <a:br>
              <a:rPr lang="de-AT" dirty="0"/>
            </a:br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219369"/>
            <a:ext cx="5203535" cy="203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78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Eindimensionale Arrays</a:t>
            </a:r>
            <a:br>
              <a:rPr lang="de-AT" dirty="0"/>
            </a:br>
            <a:endParaRPr lang="de-DE" dirty="0"/>
          </a:p>
        </p:txBody>
      </p:sp>
      <p:sp>
        <p:nvSpPr>
          <p:cNvPr id="36" name="Inhaltsplatzhalter 16"/>
          <p:cNvSpPr txBox="1">
            <a:spLocks/>
          </p:cNvSpPr>
          <p:nvPr/>
        </p:nvSpPr>
        <p:spPr>
          <a:xfrm>
            <a:off x="507570" y="1052736"/>
            <a:ext cx="8208912" cy="48965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None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41337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None/>
              <a:defRPr sz="24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07315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None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436687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None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Arrays erlauben es, idente Operationen auf mehrere Variablen in einer Schleife durchzuführen. </a:t>
            </a:r>
            <a:br>
              <a:rPr lang="de-DE" dirty="0"/>
            </a:br>
            <a:r>
              <a:rPr lang="de-DE" dirty="0"/>
              <a:t>Um 10 Zahlen einzulesen und zu speichern kann nun eine Schleife verwendet werden: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Wie würde das Einlesen von 10 Zahlen ohne Array aussehen?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852936"/>
            <a:ext cx="6572811" cy="196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5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/>
          <p:cNvSpPr/>
          <p:nvPr/>
        </p:nvSpPr>
        <p:spPr>
          <a:xfrm>
            <a:off x="2772420" y="264147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6" name="Rechteck 25"/>
          <p:cNvSpPr/>
          <p:nvPr/>
        </p:nvSpPr>
        <p:spPr>
          <a:xfrm>
            <a:off x="3352283" y="264147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7" name="Rechteck 26"/>
          <p:cNvSpPr/>
          <p:nvPr/>
        </p:nvSpPr>
        <p:spPr>
          <a:xfrm>
            <a:off x="3928347" y="264147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8" name="Rechteck 27"/>
          <p:cNvSpPr/>
          <p:nvPr/>
        </p:nvSpPr>
        <p:spPr>
          <a:xfrm>
            <a:off x="4504411" y="264147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9" name="Rechteck 28"/>
          <p:cNvSpPr/>
          <p:nvPr/>
        </p:nvSpPr>
        <p:spPr>
          <a:xfrm>
            <a:off x="5080475" y="264147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1" name="Rechteck 30"/>
          <p:cNvSpPr/>
          <p:nvPr/>
        </p:nvSpPr>
        <p:spPr>
          <a:xfrm>
            <a:off x="5656539" y="2643464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4" name="Rechteck 23"/>
          <p:cNvSpPr/>
          <p:nvPr/>
        </p:nvSpPr>
        <p:spPr>
          <a:xfrm>
            <a:off x="2196356" y="264147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" name="Abgerundetes Rechteck 2"/>
          <p:cNvSpPr/>
          <p:nvPr/>
        </p:nvSpPr>
        <p:spPr>
          <a:xfrm>
            <a:off x="684188" y="2497460"/>
            <a:ext cx="6408712" cy="1440160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" name="Rechteck 10"/>
          <p:cNvSpPr/>
          <p:nvPr/>
        </p:nvSpPr>
        <p:spPr>
          <a:xfrm>
            <a:off x="2203023" y="314950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hteck 11"/>
          <p:cNvSpPr/>
          <p:nvPr/>
        </p:nvSpPr>
        <p:spPr>
          <a:xfrm>
            <a:off x="2779087" y="314950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chteck 12"/>
          <p:cNvSpPr/>
          <p:nvPr/>
        </p:nvSpPr>
        <p:spPr>
          <a:xfrm>
            <a:off x="3358950" y="314950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Rechteck 13"/>
          <p:cNvSpPr/>
          <p:nvPr/>
        </p:nvSpPr>
        <p:spPr>
          <a:xfrm>
            <a:off x="3935014" y="314950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hteck 14"/>
          <p:cNvSpPr/>
          <p:nvPr/>
        </p:nvSpPr>
        <p:spPr>
          <a:xfrm>
            <a:off x="4511078" y="314950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6" name="Rechteck 15"/>
          <p:cNvSpPr/>
          <p:nvPr/>
        </p:nvSpPr>
        <p:spPr>
          <a:xfrm>
            <a:off x="5087142" y="314950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8" name="Rechteck 17"/>
          <p:cNvSpPr/>
          <p:nvPr/>
        </p:nvSpPr>
        <p:spPr>
          <a:xfrm>
            <a:off x="5663206" y="3149508"/>
            <a:ext cx="576064" cy="580040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7" name="Textfeld 36"/>
          <p:cNvSpPr txBox="1"/>
          <p:nvPr/>
        </p:nvSpPr>
        <p:spPr>
          <a:xfrm>
            <a:off x="540172" y="1489348"/>
            <a:ext cx="727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[] { 2, 4, 3, 5, 5, 6, 4 };</a:t>
            </a:r>
          </a:p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= { 2, 4, 3, 5, 5, 6, 4 };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1053349" y="3250996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endParaRPr lang="de-AT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Eindimensionale Arrays</a:t>
            </a:r>
            <a:br>
              <a:rPr lang="de-AT" dirty="0"/>
            </a:br>
            <a:endParaRPr lang="de-DE" dirty="0"/>
          </a:p>
        </p:txBody>
      </p:sp>
      <p:sp>
        <p:nvSpPr>
          <p:cNvPr id="19" name="Textfeld 18"/>
          <p:cNvSpPr txBox="1"/>
          <p:nvPr/>
        </p:nvSpPr>
        <p:spPr>
          <a:xfrm>
            <a:off x="413304" y="1043444"/>
            <a:ext cx="4955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Arrays Initialisierung direkt bei der Deklaration 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17" y="4241004"/>
            <a:ext cx="6133635" cy="178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18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Mehrdimensionale Arrays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DE" sz="2400" dirty="0"/>
              <a:t>Deklaration</a:t>
            </a:r>
          </a:p>
          <a:p>
            <a:endParaRPr lang="de-DE" sz="2400" dirty="0"/>
          </a:p>
          <a:p>
            <a:endParaRPr lang="de-DE" sz="2400" dirty="0"/>
          </a:p>
          <a:p>
            <a:r>
              <a:rPr lang="de-DE" sz="2400" dirty="0"/>
              <a:t>Definition</a:t>
            </a:r>
          </a:p>
          <a:p>
            <a:endParaRPr lang="de-DE" sz="2400" dirty="0"/>
          </a:p>
          <a:p>
            <a:endParaRPr lang="de-DE" sz="2400" dirty="0"/>
          </a:p>
          <a:p>
            <a:r>
              <a:rPr lang="de-DE" sz="2400" dirty="0"/>
              <a:t>Zugriff über Index</a:t>
            </a:r>
          </a:p>
          <a:p>
            <a:endParaRPr lang="de-DE" sz="2400" dirty="0"/>
          </a:p>
          <a:p>
            <a:endParaRPr lang="de-DE" sz="2400" dirty="0"/>
          </a:p>
          <a:p>
            <a:r>
              <a:rPr lang="de-DE" sz="2400" dirty="0"/>
              <a:t>Anzahl der Elemente je Dimension</a:t>
            </a:r>
          </a:p>
          <a:p>
            <a:pPr lvl="1"/>
            <a:r>
              <a:rPr lang="de-DE" sz="2000" dirty="0" err="1"/>
              <a:t>Length</a:t>
            </a:r>
            <a:r>
              <a:rPr lang="de-DE" sz="2000" dirty="0"/>
              <a:t> liefert die gesamte </a:t>
            </a:r>
            <a:r>
              <a:rPr lang="de-DE" sz="2000" dirty="0" err="1"/>
              <a:t>Anzah</a:t>
            </a:r>
            <a:r>
              <a:rPr lang="de-DE" sz="2000" dirty="0"/>
              <a:t> in der Matrix</a:t>
            </a:r>
          </a:p>
          <a:p>
            <a:endParaRPr lang="de-DE" sz="2400" dirty="0"/>
          </a:p>
          <a:p>
            <a:endParaRPr lang="de-DE" sz="2400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563971"/>
            <a:ext cx="3039658" cy="545156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2872834"/>
            <a:ext cx="4486180" cy="661501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5888301"/>
            <a:ext cx="5473247" cy="421019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608" y="4143323"/>
            <a:ext cx="6774163" cy="51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21848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</Words>
  <Application>Microsoft Office PowerPoint</Application>
  <PresentationFormat>Bildschirmpräsentation (4:3)</PresentationFormat>
  <Paragraphs>120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2" baseType="lpstr">
      <vt:lpstr>Arial</vt:lpstr>
      <vt:lpstr>Calibri</vt:lpstr>
      <vt:lpstr>Courier New</vt:lpstr>
      <vt:lpstr>Symbol</vt:lpstr>
      <vt:lpstr>Wingdings</vt:lpstr>
      <vt:lpstr>2_Larissa</vt:lpstr>
      <vt:lpstr>Eindimensionale Arrays / Felder</vt:lpstr>
      <vt:lpstr>Eindimensionale Arrays</vt:lpstr>
      <vt:lpstr>Eindimensionale Arrays </vt:lpstr>
      <vt:lpstr>Eindimensionale Arrays </vt:lpstr>
      <vt:lpstr>Eindimensionale Arrays </vt:lpstr>
      <vt:lpstr>Mehrdimensionale Arrays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r.obermueller@eduhi.at</dc:creator>
  <cp:lastModifiedBy>Birgit Schröder</cp:lastModifiedBy>
  <cp:revision>137</cp:revision>
  <dcterms:created xsi:type="dcterms:W3CDTF">2013-05-11T11:25:57Z</dcterms:created>
  <dcterms:modified xsi:type="dcterms:W3CDTF">2021-03-05T10:48:52Z</dcterms:modified>
</cp:coreProperties>
</file>