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85" r:id="rId2"/>
    <p:sldId id="287" r:id="rId3"/>
    <p:sldId id="286" r:id="rId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E26"/>
    <a:srgbClr val="BBEF39"/>
    <a:srgbClr val="C7F12F"/>
    <a:srgbClr val="B6F42C"/>
    <a:srgbClr val="CC3300"/>
    <a:srgbClr val="00FF00"/>
    <a:srgbClr val="79B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978" y="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28.02.2022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0625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548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31009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1464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65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748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2998614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</a:t>
            </a:r>
            <a:r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_POS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 Arrays 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fld id="{C5A4FFB9-E613-43CD-964A-AE1E9E6225EE}" type="slidenum">
              <a:rPr lang="de-DE" sz="1000" smtClean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9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755576" y="1418764"/>
            <a:ext cx="7848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Arrays werden mit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de-AT" dirty="0"/>
              <a:t> erstellt.</a:t>
            </a:r>
          </a:p>
          <a:p>
            <a:r>
              <a:rPr lang="de-AT" dirty="0"/>
              <a:t>Eine Zuweisung kopiert nur die Referenz und legt KEIN neues Array an. </a:t>
            </a:r>
            <a:br>
              <a:rPr lang="de-AT" dirty="0"/>
            </a:br>
            <a:br>
              <a:rPr lang="de-AT" dirty="0"/>
            </a:br>
            <a:r>
              <a:rPr lang="de-AT" dirty="0"/>
              <a:t>Beachte das Beispiel:</a:t>
            </a:r>
            <a:br>
              <a:rPr lang="de-AT" dirty="0"/>
            </a:br>
            <a:endParaRPr lang="de-AT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Arrays und Methoden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C20F3AB-8273-485E-9AC5-7E2CB313BDF1}"/>
              </a:ext>
            </a:extLst>
          </p:cNvPr>
          <p:cNvSpPr txBox="1"/>
          <p:nvPr/>
        </p:nvSpPr>
        <p:spPr>
          <a:xfrm>
            <a:off x="715220" y="2708920"/>
            <a:ext cx="74168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numberOrig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{ 2, 4, 3, 5, 5, 6, 4 };</a:t>
            </a:r>
          </a:p>
          <a:p>
            <a:r>
              <a:rPr lang="de-AT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numberCopy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numberOrig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de-AT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numberCopy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[0] = 20;</a:t>
            </a:r>
          </a:p>
          <a:p>
            <a:endParaRPr lang="de-AT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numberOrig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[0]);</a:t>
            </a:r>
            <a:endParaRPr lang="de-AT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E651D2B-23EA-40BF-8707-EB2B9CB6EEBD}"/>
              </a:ext>
            </a:extLst>
          </p:cNvPr>
          <p:cNvSpPr txBox="1"/>
          <p:nvPr/>
        </p:nvSpPr>
        <p:spPr>
          <a:xfrm>
            <a:off x="690509" y="4725144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In diesem Beispiel existiert nur </a:t>
            </a:r>
            <a:r>
              <a:rPr lang="de-AT" b="1" dirty="0"/>
              <a:t>ein</a:t>
            </a:r>
            <a:r>
              <a:rPr lang="de-AT" dirty="0"/>
              <a:t> Array. </a:t>
            </a:r>
            <a:br>
              <a:rPr lang="de-AT" dirty="0"/>
            </a:b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numberOrig</a:t>
            </a:r>
            <a:r>
              <a:rPr lang="de-AT" dirty="0"/>
              <a:t> und </a:t>
            </a:r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numberCopy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de-AT" dirty="0"/>
              <a:t>verweisen auf den selben Speicher.</a:t>
            </a:r>
            <a:br>
              <a:rPr lang="de-AT" dirty="0"/>
            </a:br>
            <a:br>
              <a:rPr lang="de-AT" dirty="0"/>
            </a:br>
            <a:r>
              <a:rPr lang="de-AT" dirty="0"/>
              <a:t>Im Beispiel wird 20 ausgegeben. </a:t>
            </a:r>
          </a:p>
        </p:txBody>
      </p:sp>
    </p:spTree>
    <p:extLst>
      <p:ext uri="{BB962C8B-B14F-4D97-AF65-F5344CB8AC3E}">
        <p14:creationId xmlns:p14="http://schemas.microsoft.com/office/powerpoint/2010/main" val="4178381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755576" y="1418764"/>
            <a:ext cx="741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Arrays können auch als Rückgabewert einer Methode verwendet werden: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Arrays und Methoden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C20F3AB-8273-485E-9AC5-7E2CB313BDF1}"/>
              </a:ext>
            </a:extLst>
          </p:cNvPr>
          <p:cNvSpPr txBox="1"/>
          <p:nvPr/>
        </p:nvSpPr>
        <p:spPr>
          <a:xfrm>
            <a:off x="683568" y="2564904"/>
            <a:ext cx="74168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CreateArray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de-AT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count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  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numbers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[count];</a:t>
            </a:r>
          </a:p>
          <a:p>
            <a:endParaRPr lang="de-AT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de-AT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  </a:t>
            </a:r>
            <a:r>
              <a:rPr lang="de-AT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de-AT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i=0;i&lt;</a:t>
            </a:r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number.Length;i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++)</a:t>
            </a:r>
          </a:p>
          <a:p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numbers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[i] = 2 * (i + 1);</a:t>
            </a:r>
          </a:p>
          <a:p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</a:p>
          <a:p>
            <a:endParaRPr lang="de-AT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de-AT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  </a:t>
            </a:r>
            <a:r>
              <a:rPr lang="de-AT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numbers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4152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755576" y="1418764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Werden Arrays als Parameter übergeben, können sie verändert werden.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Arrays und Methoden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C20F3AB-8273-485E-9AC5-7E2CB313BDF1}"/>
              </a:ext>
            </a:extLst>
          </p:cNvPr>
          <p:cNvSpPr txBox="1"/>
          <p:nvPr/>
        </p:nvSpPr>
        <p:spPr>
          <a:xfrm>
            <a:off x="782657" y="2200225"/>
            <a:ext cx="74168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ModifyArray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numbers,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addValue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de-AT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de-AT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addValue</a:t>
            </a:r>
            <a:r>
              <a:rPr lang="de-AT">
                <a:solidFill>
                  <a:srgbClr val="000000"/>
                </a:solidFill>
                <a:latin typeface="Cascadia Mono" panose="020B0609020000020004" pitchFamily="49" charset="0"/>
              </a:rPr>
              <a:t> += 2;</a:t>
            </a:r>
            <a:endParaRPr lang="de-AT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de-AT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  </a:t>
            </a:r>
            <a:r>
              <a:rPr lang="de-AT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de-AT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</a:t>
            </a:r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number.Length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i++)</a:t>
            </a:r>
          </a:p>
          <a:p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numbers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[i] += </a:t>
            </a:r>
            <a:r>
              <a:rPr lang="de-AT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addValue</a:t>
            </a:r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</a:p>
          <a:p>
            <a:r>
              <a:rPr lang="de-A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de-AT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3F626FE-3C9F-4F85-9BAE-7833CD0210F9}"/>
              </a:ext>
            </a:extLst>
          </p:cNvPr>
          <p:cNvSpPr txBox="1"/>
          <p:nvPr/>
        </p:nvSpPr>
        <p:spPr>
          <a:xfrm>
            <a:off x="732550" y="4700573"/>
            <a:ext cx="77768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Wird der Parameter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addValue</a:t>
            </a:r>
            <a:r>
              <a:rPr lang="de-AT" dirty="0"/>
              <a:t> geändert, hat es keine Auswirkung auf den Aufrufer.  </a:t>
            </a:r>
          </a:p>
          <a:p>
            <a:r>
              <a:rPr lang="de-AT" dirty="0"/>
              <a:t>Wird der Inhalt des Arrays geändert, ändert sich auch der Inhalt des Arrays beim Aufrufer.</a:t>
            </a:r>
            <a:br>
              <a:rPr lang="de-AT" dirty="0"/>
            </a:b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44139915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Bildschirmpräsentation (4:3)</PresentationFormat>
  <Paragraphs>35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Arial</vt:lpstr>
      <vt:lpstr>Calibri</vt:lpstr>
      <vt:lpstr>Cascadia Mono</vt:lpstr>
      <vt:lpstr>Symbol</vt:lpstr>
      <vt:lpstr>Wingdings</vt:lpstr>
      <vt:lpstr>2_Larissa</vt:lpstr>
      <vt:lpstr>Arrays und Methoden</vt:lpstr>
      <vt:lpstr>Arrays und Methoden</vt:lpstr>
      <vt:lpstr>Arrays und Methoden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r.obermueller@eduhi.at</dc:creator>
  <cp:lastModifiedBy>Aitenbichler Herbert</cp:lastModifiedBy>
  <cp:revision>151</cp:revision>
  <dcterms:created xsi:type="dcterms:W3CDTF">2013-05-11T11:25:57Z</dcterms:created>
  <dcterms:modified xsi:type="dcterms:W3CDTF">2022-02-28T11:06:49Z</dcterms:modified>
</cp:coreProperties>
</file>