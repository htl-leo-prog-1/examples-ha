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85" r:id="rId2"/>
    <p:sldId id="297" r:id="rId3"/>
    <p:sldId id="298" r:id="rId4"/>
    <p:sldId id="299" r:id="rId5"/>
    <p:sldId id="300" r:id="rId6"/>
    <p:sldId id="301" r:id="rId7"/>
    <p:sldId id="302" r:id="rId8"/>
    <p:sldId id="303" r:id="rId9"/>
    <p:sldId id="305" r:id="rId10"/>
    <p:sldId id="306" r:id="rId11"/>
    <p:sldId id="307" r:id="rId12"/>
    <p:sldId id="308" r:id="rId13"/>
    <p:sldId id="309" r:id="rId14"/>
    <p:sldId id="310" r:id="rId15"/>
    <p:sldId id="311" r:id="rId16"/>
    <p:sldId id="312" r:id="rId17"/>
    <p:sldId id="313" r:id="rId18"/>
    <p:sldId id="314" r:id="rId19"/>
    <p:sldId id="315" r:id="rId20"/>
  </p:sldIdLst>
  <p:sldSz cx="9144000" cy="6858000" type="screen4x3"/>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EE26"/>
    <a:srgbClr val="BBEF39"/>
    <a:srgbClr val="C7F12F"/>
    <a:srgbClr val="B6F42C"/>
    <a:srgbClr val="CC3300"/>
    <a:srgbClr val="00FF00"/>
    <a:srgbClr val="79BB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240" y="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AT"/>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336932-01FD-45AF-B110-84880AA37D65}" type="datetimeFigureOut">
              <a:rPr lang="de-AT" smtClean="0"/>
              <a:t>07.01.2016</a:t>
            </a:fld>
            <a:endParaRPr lang="de-AT"/>
          </a:p>
        </p:txBody>
      </p:sp>
      <p:sp>
        <p:nvSpPr>
          <p:cNvPr id="4" name="Folienbildplatzhalt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AT"/>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AT"/>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2364C66-90D0-45FE-9B3B-EB18F2272AED}" type="slidenum">
              <a:rPr lang="de-AT" smtClean="0"/>
              <a:t>‹Nr.›</a:t>
            </a:fld>
            <a:endParaRPr lang="de-AT"/>
          </a:p>
        </p:txBody>
      </p:sp>
    </p:spTree>
    <p:extLst>
      <p:ext uri="{BB962C8B-B14F-4D97-AF65-F5344CB8AC3E}">
        <p14:creationId xmlns:p14="http://schemas.microsoft.com/office/powerpoint/2010/main" val="2547484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olie mit Fließtext">
    <p:spTree>
      <p:nvGrpSpPr>
        <p:cNvPr id="1" name=""/>
        <p:cNvGrpSpPr/>
        <p:nvPr/>
      </p:nvGrpSpPr>
      <p:grpSpPr>
        <a:xfrm>
          <a:off x="0" y="0"/>
          <a:ext cx="0" cy="0"/>
          <a:chOff x="0" y="0"/>
          <a:chExt cx="0" cy="0"/>
        </a:xfrm>
      </p:grpSpPr>
      <p:sp>
        <p:nvSpPr>
          <p:cNvPr id="2" name="Titel 1"/>
          <p:cNvSpPr>
            <a:spLocks noGrp="1"/>
          </p:cNvSpPr>
          <p:nvPr>
            <p:ph type="title"/>
          </p:nvPr>
        </p:nvSpPr>
        <p:spPr>
          <a:xfrm>
            <a:off x="457200" y="125760"/>
            <a:ext cx="8229600" cy="1143000"/>
          </a:xfrm>
        </p:spPr>
        <p:txBody>
          <a:bodyPr/>
          <a:lstStyle>
            <a:lvl1pPr>
              <a:defRPr baseline="0"/>
            </a:lvl1pPr>
          </a:lstStyle>
          <a:p>
            <a:r>
              <a:rPr lang="en-US" dirty="0" smtClean="0"/>
              <a:t>Titelmasterformat durch Klicken bearbeiten</a:t>
            </a:r>
            <a:endParaRPr lang="de-AT" dirty="0"/>
          </a:p>
        </p:txBody>
      </p:sp>
      <p:sp>
        <p:nvSpPr>
          <p:cNvPr id="6" name="Inhaltsplatzhalter 5"/>
          <p:cNvSpPr>
            <a:spLocks noGrp="1"/>
          </p:cNvSpPr>
          <p:nvPr>
            <p:ph sz="quarter" idx="11"/>
          </p:nvPr>
        </p:nvSpPr>
        <p:spPr>
          <a:xfrm>
            <a:off x="467544" y="1268761"/>
            <a:ext cx="8208912" cy="4680520"/>
          </a:xfrm>
          <a:prstGeom prst="rect">
            <a:avLst/>
          </a:prstGeom>
        </p:spPr>
        <p:txBody>
          <a:bodyPr>
            <a:normAutofit/>
          </a:bodyPr>
          <a:lstStyle>
            <a:lvl1pPr marL="0" indent="0">
              <a:buNone/>
              <a:defRPr sz="2200"/>
            </a:lvl1pPr>
            <a:lvl2pPr marL="541337" indent="0">
              <a:buNone/>
              <a:defRPr sz="2400"/>
            </a:lvl2pPr>
            <a:lvl3pPr marL="1073150" indent="0">
              <a:buNone/>
              <a:defRPr sz="2200"/>
            </a:lvl3pPr>
            <a:lvl4pPr marL="1436687" indent="0">
              <a:buNone/>
              <a:defRPr/>
            </a:lvl4pPr>
          </a:lstStyle>
          <a:p>
            <a:pPr lvl="0"/>
            <a:r>
              <a:rPr lang="en-US" dirty="0" smtClean="0"/>
              <a:t>Textmasterformate durch Klicken bearbeiten</a:t>
            </a:r>
          </a:p>
        </p:txBody>
      </p:sp>
    </p:spTree>
    <p:extLst>
      <p:ext uri="{BB962C8B-B14F-4D97-AF65-F5344CB8AC3E}">
        <p14:creationId xmlns:p14="http://schemas.microsoft.com/office/powerpoint/2010/main" val="1606258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lie mit Aufzählungen">
    <p:spTree>
      <p:nvGrpSpPr>
        <p:cNvPr id="1" name=""/>
        <p:cNvGrpSpPr/>
        <p:nvPr/>
      </p:nvGrpSpPr>
      <p:grpSpPr>
        <a:xfrm>
          <a:off x="0" y="0"/>
          <a:ext cx="0" cy="0"/>
          <a:chOff x="0" y="0"/>
          <a:chExt cx="0" cy="0"/>
        </a:xfrm>
      </p:grpSpPr>
      <p:sp>
        <p:nvSpPr>
          <p:cNvPr id="2" name="Titel 1"/>
          <p:cNvSpPr>
            <a:spLocks noGrp="1"/>
          </p:cNvSpPr>
          <p:nvPr>
            <p:ph type="title"/>
          </p:nvPr>
        </p:nvSpPr>
        <p:spPr>
          <a:xfrm>
            <a:off x="457200" y="125760"/>
            <a:ext cx="8229600" cy="1143000"/>
          </a:xfrm>
        </p:spPr>
        <p:txBody>
          <a:bodyPr/>
          <a:lstStyle>
            <a:lvl1pPr>
              <a:defRPr/>
            </a:lvl1pPr>
          </a:lstStyle>
          <a:p>
            <a:r>
              <a:rPr lang="en-US" dirty="0" smtClean="0"/>
              <a:t>Titelmasterformat durch Klicken bearbeiten</a:t>
            </a:r>
            <a:endParaRPr lang="de-AT" dirty="0"/>
          </a:p>
        </p:txBody>
      </p:sp>
      <p:sp>
        <p:nvSpPr>
          <p:cNvPr id="6" name="Inhaltsplatzhalter 5"/>
          <p:cNvSpPr>
            <a:spLocks noGrp="1"/>
          </p:cNvSpPr>
          <p:nvPr>
            <p:ph sz="quarter" idx="11"/>
          </p:nvPr>
        </p:nvSpPr>
        <p:spPr>
          <a:xfrm>
            <a:off x="467544" y="1268761"/>
            <a:ext cx="8208912" cy="4680520"/>
          </a:xfrm>
          <a:prstGeom prst="rect">
            <a:avLst/>
          </a:prstGeom>
        </p:spPr>
        <p:txBody>
          <a:bodyPr/>
          <a:lstStyle>
            <a:lvl1pPr marL="514350" indent="-514350">
              <a:buClr>
                <a:schemeClr val="tx1">
                  <a:lumMod val="50000"/>
                  <a:lumOff val="50000"/>
                </a:schemeClr>
              </a:buClr>
              <a:buSzPct val="100000"/>
              <a:buFont typeface="+mj-lt"/>
              <a:buAutoNum type="arabicPeriod"/>
              <a:defRPr sz="2600" baseline="0"/>
            </a:lvl1pPr>
            <a:lvl2pPr marL="998537" indent="-457200">
              <a:buClr>
                <a:schemeClr val="tx1">
                  <a:lumMod val="65000"/>
                  <a:lumOff val="35000"/>
                </a:schemeClr>
              </a:buClr>
              <a:buFont typeface="+mj-lt"/>
              <a:buAutoNum type="alphaLcPeriod"/>
              <a:defRPr sz="2300"/>
            </a:lvl2pPr>
            <a:lvl3pPr marL="1530350" indent="-457200">
              <a:buSzPct val="100000"/>
              <a:buFont typeface="Wingdings" pitchFamily="2" charset="2"/>
              <a:buChar char="§"/>
              <a:defRPr sz="2000" baseline="0"/>
            </a:lvl3pPr>
            <a:lvl4pPr marL="1893887" indent="-457200">
              <a:buFont typeface="+mj-lt"/>
              <a:buAutoNum type="arabicPeriod"/>
              <a:defRPr/>
            </a:lvl4pPr>
          </a:lstStyle>
          <a:p>
            <a:pPr lvl="0"/>
            <a:r>
              <a:rPr lang="en-US" dirty="0" smtClean="0"/>
              <a:t>Textmasterformate durch Klicken bearbeiten</a:t>
            </a:r>
          </a:p>
          <a:p>
            <a:pPr lvl="1"/>
            <a:r>
              <a:rPr lang="en-US" dirty="0" smtClean="0"/>
              <a:t>Zweite Ebene</a:t>
            </a:r>
          </a:p>
          <a:p>
            <a:pPr lvl="2"/>
            <a:r>
              <a:rPr lang="en-US" dirty="0" smtClean="0"/>
              <a:t>Dritte Ebene</a:t>
            </a:r>
          </a:p>
          <a:p>
            <a:pPr lvl="3"/>
            <a:r>
              <a:rPr lang="en-US" dirty="0" smtClean="0"/>
              <a:t>Vierte Ebene</a:t>
            </a:r>
          </a:p>
          <a:p>
            <a:pPr lvl="4"/>
            <a:r>
              <a:rPr lang="en-US" dirty="0" smtClean="0"/>
              <a:t>Fünfte Ebene</a:t>
            </a:r>
            <a:endParaRPr lang="de-DE" dirty="0" smtClean="0"/>
          </a:p>
        </p:txBody>
      </p:sp>
    </p:spTree>
    <p:extLst>
      <p:ext uri="{BB962C8B-B14F-4D97-AF65-F5344CB8AC3E}">
        <p14:creationId xmlns:p14="http://schemas.microsoft.com/office/powerpoint/2010/main" val="2345486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uflistun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dirty="0" smtClean="0"/>
              <a:t>Titelmasterformat durch Klicken bearbeiten</a:t>
            </a:r>
            <a:endParaRPr lang="de-AT" dirty="0"/>
          </a:p>
        </p:txBody>
      </p:sp>
      <p:sp>
        <p:nvSpPr>
          <p:cNvPr id="4" name="Textplatzhalter 3"/>
          <p:cNvSpPr>
            <a:spLocks noGrp="1"/>
          </p:cNvSpPr>
          <p:nvPr>
            <p:ph type="body" sz="quarter" idx="10"/>
          </p:nvPr>
        </p:nvSpPr>
        <p:spPr>
          <a:xfrm>
            <a:off x="468313" y="1268760"/>
            <a:ext cx="8207375" cy="4608165"/>
          </a:xfrm>
          <a:prstGeom prst="rect">
            <a:avLst/>
          </a:prstGeom>
        </p:spPr>
        <p:txBody>
          <a:bodyPr/>
          <a:lstStyle>
            <a:lvl1pPr>
              <a:defRPr sz="2600"/>
            </a:lvl1pPr>
            <a:lvl2pPr>
              <a:defRPr sz="2400"/>
            </a:lvl2pPr>
          </a:lstStyle>
          <a:p>
            <a:pPr lvl="0"/>
            <a:r>
              <a:rPr lang="en-US" dirty="0" smtClean="0"/>
              <a:t>Textmasterformate durch Klicken bearbeiten</a:t>
            </a:r>
          </a:p>
          <a:p>
            <a:pPr lvl="1"/>
            <a:r>
              <a:rPr lang="en-US" dirty="0" smtClean="0"/>
              <a:t>Zweite Ebene</a:t>
            </a:r>
          </a:p>
          <a:p>
            <a:pPr lvl="2"/>
            <a:r>
              <a:rPr lang="en-US" dirty="0" smtClean="0"/>
              <a:t>Dritte Ebene</a:t>
            </a:r>
          </a:p>
          <a:p>
            <a:pPr lvl="3"/>
            <a:r>
              <a:rPr lang="en-US" dirty="0" smtClean="0"/>
              <a:t>Vierte Ebene</a:t>
            </a:r>
          </a:p>
        </p:txBody>
      </p:sp>
    </p:spTree>
    <p:extLst>
      <p:ext uri="{BB962C8B-B14F-4D97-AF65-F5344CB8AC3E}">
        <p14:creationId xmlns:p14="http://schemas.microsoft.com/office/powerpoint/2010/main" val="2310097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baseline="0"/>
            </a:lvl1pPr>
          </a:lstStyle>
          <a:p>
            <a:r>
              <a:rPr lang="en-US" dirty="0" smtClean="0"/>
              <a:t>Titelmasterformat durch Klicken bearbeiten</a:t>
            </a:r>
            <a:endParaRPr lang="de-AT" dirty="0"/>
          </a:p>
        </p:txBody>
      </p:sp>
    </p:spTree>
    <p:extLst>
      <p:ext uri="{BB962C8B-B14F-4D97-AF65-F5344CB8AC3E}">
        <p14:creationId xmlns:p14="http://schemas.microsoft.com/office/powerpoint/2010/main" val="2314648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965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57200" y="125413"/>
            <a:ext cx="8229600" cy="1143000"/>
          </a:xfrm>
        </p:spPr>
        <p:txBody>
          <a:bodyPr/>
          <a:lstStyle/>
          <a:p>
            <a:r>
              <a:rPr lang="en-US"/>
              <a:t>Titelmasterformat durch Klicken bearbeiten</a:t>
            </a:r>
            <a:endParaRPr lang="de-DE"/>
          </a:p>
        </p:txBody>
      </p:sp>
      <p:sp>
        <p:nvSpPr>
          <p:cNvPr id="3" name="Inhaltsplatzhalter 2"/>
          <p:cNvSpPr>
            <a:spLocks noGrp="1"/>
          </p:cNvSpPr>
          <p:nvPr>
            <p:ph idx="1"/>
          </p:nvPr>
        </p:nvSpPr>
        <p:spPr>
          <a:xfrm>
            <a:off x="457200" y="1600200"/>
            <a:ext cx="8229600" cy="4525963"/>
          </a:xfrm>
          <a:prstGeom prst="rect">
            <a:avLst/>
          </a:prstGeom>
        </p:spPr>
        <p:txBody>
          <a:bodyPr/>
          <a:lstStyle/>
          <a:p>
            <a:pPr lvl="0"/>
            <a:r>
              <a:rPr lang="en-US"/>
              <a:t>Textmasterformate durch Klicken bearbeiten</a:t>
            </a:r>
          </a:p>
          <a:p>
            <a:pPr lvl="1"/>
            <a:r>
              <a:rPr lang="en-US"/>
              <a:t>Zweite Ebene</a:t>
            </a:r>
          </a:p>
          <a:p>
            <a:pPr lvl="2"/>
            <a:r>
              <a:rPr lang="en-US"/>
              <a:t>Dritte Ebene</a:t>
            </a:r>
          </a:p>
          <a:p>
            <a:pPr lvl="3"/>
            <a:r>
              <a:rPr lang="en-US"/>
              <a:t>Vierte Ebene</a:t>
            </a:r>
          </a:p>
          <a:p>
            <a:pPr lvl="4"/>
            <a:r>
              <a:rPr lang="en-US"/>
              <a:t>Fünfte Ebene</a:t>
            </a:r>
            <a:endParaRPr lang="de-DE"/>
          </a:p>
        </p:txBody>
      </p:sp>
    </p:spTree>
    <p:extLst>
      <p:ext uri="{BB962C8B-B14F-4D97-AF65-F5344CB8AC3E}">
        <p14:creationId xmlns:p14="http://schemas.microsoft.com/office/powerpoint/2010/main" val="2517488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70000">
              <a:schemeClr val="bg1">
                <a:tint val="80000"/>
                <a:satMod val="300000"/>
                <a:lumMod val="85000"/>
                <a:lumOff val="15000"/>
              </a:schemeClr>
            </a:gs>
            <a:gs pos="100000">
              <a:schemeClr val="bg1">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10" name="Rechteck 9"/>
          <p:cNvSpPr/>
          <p:nvPr userDrawn="1"/>
        </p:nvSpPr>
        <p:spPr>
          <a:xfrm>
            <a:off x="-7455" y="-12449"/>
            <a:ext cx="9252520" cy="849161"/>
          </a:xfrm>
          <a:prstGeom prst="rect">
            <a:avLst/>
          </a:prstGeom>
          <a:gradFill flip="none" rotWithShape="1">
            <a:gsLst>
              <a:gs pos="27000">
                <a:srgbClr val="4879B4"/>
              </a:gs>
              <a:gs pos="0">
                <a:schemeClr val="tx2"/>
              </a:gs>
              <a:gs pos="50000">
                <a:schemeClr val="accent1"/>
              </a:gs>
              <a:gs pos="100000">
                <a:schemeClr val="tx2"/>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de-AT"/>
          </a:p>
        </p:txBody>
      </p:sp>
      <p:sp>
        <p:nvSpPr>
          <p:cNvPr id="12" name="Rechteck 11"/>
          <p:cNvSpPr/>
          <p:nvPr userDrawn="1"/>
        </p:nvSpPr>
        <p:spPr>
          <a:xfrm>
            <a:off x="-7938" y="-26988"/>
            <a:ext cx="9253538" cy="8096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de-AT"/>
          </a:p>
        </p:txBody>
      </p:sp>
      <p:pic>
        <p:nvPicPr>
          <p:cNvPr id="10246" name="Grafik 6"/>
          <p:cNvPicPr>
            <a:picLocks noChangeAspect="1"/>
          </p:cNvPicPr>
          <p:nvPr userDrawn="1"/>
        </p:nvPicPr>
        <p:blipFill>
          <a:blip r:embed="rId8" cstate="print"/>
          <a:srcRect/>
          <a:stretch>
            <a:fillRect/>
          </a:stretch>
        </p:blipFill>
        <p:spPr bwMode="auto">
          <a:xfrm>
            <a:off x="6516688" y="6259513"/>
            <a:ext cx="2281237" cy="338137"/>
          </a:xfrm>
          <a:prstGeom prst="rect">
            <a:avLst/>
          </a:prstGeom>
          <a:noFill/>
          <a:ln w="9525">
            <a:noFill/>
            <a:miter lim="800000"/>
            <a:headEnd/>
            <a:tailEnd/>
          </a:ln>
        </p:spPr>
      </p:pic>
      <p:sp>
        <p:nvSpPr>
          <p:cNvPr id="5" name="Titelplatzhalter 4"/>
          <p:cNvSpPr>
            <a:spLocks noGrp="1"/>
          </p:cNvSpPr>
          <p:nvPr>
            <p:ph type="title"/>
          </p:nvPr>
        </p:nvSpPr>
        <p:spPr>
          <a:xfrm>
            <a:off x="457200" y="125413"/>
            <a:ext cx="8229600" cy="1143000"/>
          </a:xfrm>
          <a:prstGeom prst="rect">
            <a:avLst/>
          </a:prstGeom>
        </p:spPr>
        <p:txBody>
          <a:bodyPr vert="horz" lIns="91440" tIns="45720" rIns="91440" bIns="45720" rtlCol="0" anchor="t">
            <a:normAutofit/>
          </a:bodyPr>
          <a:lstStyle/>
          <a:p>
            <a:r>
              <a:rPr lang="de-DE" dirty="0" smtClean="0"/>
              <a:t>Masterfolie</a:t>
            </a:r>
            <a:endParaRPr lang="de-AT" dirty="0"/>
          </a:p>
        </p:txBody>
      </p:sp>
      <p:sp>
        <p:nvSpPr>
          <p:cNvPr id="11" name="Rectangle 10"/>
          <p:cNvSpPr>
            <a:spLocks noChangeArrowheads="1"/>
          </p:cNvSpPr>
          <p:nvPr userDrawn="1"/>
        </p:nvSpPr>
        <p:spPr bwMode="gray">
          <a:xfrm>
            <a:off x="349250" y="6361113"/>
            <a:ext cx="2998614" cy="236537"/>
          </a:xfrm>
          <a:prstGeom prst="rect">
            <a:avLst/>
          </a:prstGeom>
          <a:noFill/>
          <a:ln w="9525">
            <a:noFill/>
            <a:miter lim="800000"/>
            <a:headEnd/>
            <a:tailEnd/>
          </a:ln>
        </p:spPr>
        <p:txBody>
          <a:bodyPr/>
          <a:lstStyle/>
          <a:p>
            <a:pPr fontAlgn="auto">
              <a:spcBef>
                <a:spcPts val="0"/>
              </a:spcBef>
              <a:spcAft>
                <a:spcPts val="0"/>
              </a:spcAft>
              <a:defRPr/>
            </a:pPr>
            <a:r>
              <a:rPr lang="de-DE" sz="1000" dirty="0" smtClean="0">
                <a:solidFill>
                  <a:schemeClr val="bg1">
                    <a:lumMod val="50000"/>
                  </a:schemeClr>
                </a:solidFill>
                <a:latin typeface="+mn-lt"/>
                <a:cs typeface="Arial" charset="0"/>
              </a:rPr>
              <a:t>I_POS 2015/16 </a:t>
            </a:r>
            <a:r>
              <a:rPr lang="de-DE" sz="1000" dirty="0" smtClean="0">
                <a:solidFill>
                  <a:schemeClr val="bg1">
                    <a:lumMod val="50000"/>
                  </a:schemeClr>
                </a:solidFill>
                <a:latin typeface="+mn-lt"/>
                <a:cs typeface="Arial" charset="0"/>
                <a:sym typeface="Wingdings" pitchFamily="2" charset="2"/>
              </a:rPr>
              <a:t> </a:t>
            </a:r>
            <a:r>
              <a:rPr lang="de-DE" sz="1000" dirty="0" smtClean="0">
                <a:solidFill>
                  <a:schemeClr val="bg1">
                    <a:lumMod val="50000"/>
                  </a:schemeClr>
                </a:solidFill>
                <a:latin typeface="+mn-lt"/>
                <a:cs typeface="Arial" charset="0"/>
                <a:sym typeface="Wingdings" pitchFamily="2" charset="2"/>
              </a:rPr>
              <a:t>Sortieralgorithmen  </a:t>
            </a:r>
            <a:r>
              <a:rPr lang="de-DE" sz="1000" dirty="0" smtClean="0">
                <a:solidFill>
                  <a:schemeClr val="bg1">
                    <a:lumMod val="50000"/>
                  </a:schemeClr>
                </a:solidFill>
                <a:latin typeface="+mn-lt"/>
                <a:cs typeface="Arial" charset="0"/>
              </a:rPr>
              <a:t>Seite </a:t>
            </a:r>
            <a:fld id="{C5A4FFB9-E613-43CD-964A-AE1E9E6225EE}" type="slidenum">
              <a:rPr lang="de-DE" sz="1000" smtClean="0">
                <a:solidFill>
                  <a:schemeClr val="bg1">
                    <a:lumMod val="50000"/>
                  </a:schemeClr>
                </a:solidFill>
                <a:latin typeface="+mn-lt"/>
                <a:cs typeface="Arial" charset="0"/>
              </a:rPr>
              <a:pPr fontAlgn="auto">
                <a:spcBef>
                  <a:spcPts val="0"/>
                </a:spcBef>
                <a:spcAft>
                  <a:spcPts val="0"/>
                </a:spcAft>
                <a:defRPr/>
              </a:pPr>
              <a:t>‹Nr.›</a:t>
            </a:fld>
            <a:endParaRPr lang="de-DE" sz="1000" dirty="0">
              <a:solidFill>
                <a:schemeClr val="bg1">
                  <a:lumMod val="50000"/>
                </a:schemeClr>
              </a:solidFill>
              <a:latin typeface="+mn-lt"/>
              <a:cs typeface="Arial" charset="0"/>
            </a:endParaRPr>
          </a:p>
        </p:txBody>
      </p:sp>
    </p:spTree>
    <p:extLst>
      <p:ext uri="{BB962C8B-B14F-4D97-AF65-F5344CB8AC3E}">
        <p14:creationId xmlns:p14="http://schemas.microsoft.com/office/powerpoint/2010/main" val="4270921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iming>
    <p:tnLst>
      <p:par>
        <p:cTn id="1" dur="indefinite" restart="never" nodeType="tmRoot"/>
      </p:par>
    </p:tnLst>
  </p:timing>
  <p:hf hdr="0" ftr="0" dt="0"/>
  <p:txStyles>
    <p:titleStyle>
      <a:lvl1pPr algn="l" rtl="0" eaLnBrk="0" fontAlgn="base" hangingPunct="0">
        <a:spcBef>
          <a:spcPct val="0"/>
        </a:spcBef>
        <a:spcAft>
          <a:spcPct val="0"/>
        </a:spcAft>
        <a:defRPr sz="3200" b="1" kern="1200">
          <a:solidFill>
            <a:schemeClr val="bg1"/>
          </a:solidFill>
          <a:effectLst>
            <a:outerShdw blurRad="38100" dist="38100" dir="2700000" algn="tl">
              <a:srgbClr val="000000">
                <a:alpha val="43137"/>
              </a:srgbClr>
            </a:outerShdw>
          </a:effectLst>
          <a:latin typeface="Arial" pitchFamily="34" charset="0"/>
          <a:ea typeface="+mj-ea"/>
          <a:cs typeface="Arial" pitchFamily="34" charset="0"/>
        </a:defRPr>
      </a:lvl1pPr>
      <a:lvl2pPr algn="l" rtl="0" eaLnBrk="0" fontAlgn="base" hangingPunct="0">
        <a:spcBef>
          <a:spcPct val="0"/>
        </a:spcBef>
        <a:spcAft>
          <a:spcPct val="0"/>
        </a:spcAft>
        <a:defRPr sz="3200" b="1">
          <a:solidFill>
            <a:schemeClr val="bg1"/>
          </a:solidFill>
          <a:latin typeface="Arial" charset="0"/>
          <a:cs typeface="Arial" charset="0"/>
        </a:defRPr>
      </a:lvl2pPr>
      <a:lvl3pPr algn="l" rtl="0" eaLnBrk="0" fontAlgn="base" hangingPunct="0">
        <a:spcBef>
          <a:spcPct val="0"/>
        </a:spcBef>
        <a:spcAft>
          <a:spcPct val="0"/>
        </a:spcAft>
        <a:defRPr sz="3200" b="1">
          <a:solidFill>
            <a:schemeClr val="bg1"/>
          </a:solidFill>
          <a:latin typeface="Arial" charset="0"/>
          <a:cs typeface="Arial" charset="0"/>
        </a:defRPr>
      </a:lvl3pPr>
      <a:lvl4pPr algn="l" rtl="0" eaLnBrk="0" fontAlgn="base" hangingPunct="0">
        <a:spcBef>
          <a:spcPct val="0"/>
        </a:spcBef>
        <a:spcAft>
          <a:spcPct val="0"/>
        </a:spcAft>
        <a:defRPr sz="3200" b="1">
          <a:solidFill>
            <a:schemeClr val="bg1"/>
          </a:solidFill>
          <a:latin typeface="Arial" charset="0"/>
          <a:cs typeface="Arial" charset="0"/>
        </a:defRPr>
      </a:lvl4pPr>
      <a:lvl5pPr algn="l" rtl="0" eaLnBrk="0" fontAlgn="base" hangingPunct="0">
        <a:spcBef>
          <a:spcPct val="0"/>
        </a:spcBef>
        <a:spcAft>
          <a:spcPct val="0"/>
        </a:spcAft>
        <a:defRPr sz="3200" b="1">
          <a:solidFill>
            <a:schemeClr val="bg1"/>
          </a:solidFill>
          <a:latin typeface="Arial" charset="0"/>
          <a:cs typeface="Arial" charset="0"/>
        </a:defRPr>
      </a:lvl5pPr>
      <a:lvl6pPr marL="457200" algn="l" rtl="0" fontAlgn="base">
        <a:spcBef>
          <a:spcPct val="0"/>
        </a:spcBef>
        <a:spcAft>
          <a:spcPct val="0"/>
        </a:spcAft>
        <a:defRPr sz="3200" b="1">
          <a:solidFill>
            <a:schemeClr val="bg1"/>
          </a:solidFill>
          <a:latin typeface="Arial" charset="0"/>
          <a:cs typeface="Arial" charset="0"/>
        </a:defRPr>
      </a:lvl6pPr>
      <a:lvl7pPr marL="914400" algn="l" rtl="0" fontAlgn="base">
        <a:spcBef>
          <a:spcPct val="0"/>
        </a:spcBef>
        <a:spcAft>
          <a:spcPct val="0"/>
        </a:spcAft>
        <a:defRPr sz="3200" b="1">
          <a:solidFill>
            <a:schemeClr val="bg1"/>
          </a:solidFill>
          <a:latin typeface="Arial" charset="0"/>
          <a:cs typeface="Arial" charset="0"/>
        </a:defRPr>
      </a:lvl7pPr>
      <a:lvl8pPr marL="1371600" algn="l" rtl="0" fontAlgn="base">
        <a:spcBef>
          <a:spcPct val="0"/>
        </a:spcBef>
        <a:spcAft>
          <a:spcPct val="0"/>
        </a:spcAft>
        <a:defRPr sz="3200" b="1">
          <a:solidFill>
            <a:schemeClr val="bg1"/>
          </a:solidFill>
          <a:latin typeface="Arial" charset="0"/>
          <a:cs typeface="Arial" charset="0"/>
        </a:defRPr>
      </a:lvl8pPr>
      <a:lvl9pPr marL="1828800" algn="l" rtl="0" fontAlgn="base">
        <a:spcBef>
          <a:spcPct val="0"/>
        </a:spcBef>
        <a:spcAft>
          <a:spcPct val="0"/>
        </a:spcAft>
        <a:defRPr sz="3200" b="1">
          <a:solidFill>
            <a:schemeClr val="bg1"/>
          </a:solidFill>
          <a:latin typeface="Arial" charset="0"/>
          <a:cs typeface="Arial" charset="0"/>
        </a:defRPr>
      </a:lvl9pPr>
    </p:titleStyle>
    <p:bodyStyle>
      <a:lvl1pPr marL="269875" indent="-269875" algn="l" rtl="0" eaLnBrk="0" fontAlgn="base" hangingPunct="0">
        <a:spcBef>
          <a:spcPct val="20000"/>
        </a:spcBef>
        <a:spcAft>
          <a:spcPct val="0"/>
        </a:spcAft>
        <a:buClr>
          <a:srgbClr val="595959"/>
        </a:buClr>
        <a:buSzPct val="80000"/>
        <a:buFont typeface="Wingdings" pitchFamily="2" charset="2"/>
        <a:buChar char="§"/>
        <a:defRPr sz="2800" kern="1200">
          <a:solidFill>
            <a:srgbClr val="404040"/>
          </a:solidFill>
          <a:latin typeface="Arial" pitchFamily="34" charset="0"/>
          <a:ea typeface="+mn-ea"/>
          <a:cs typeface="Arial" pitchFamily="34" charset="0"/>
        </a:defRPr>
      </a:lvl1pPr>
      <a:lvl2pPr marL="895350" indent="-354013" algn="l" rtl="0" eaLnBrk="0" fontAlgn="base" hangingPunct="0">
        <a:spcBef>
          <a:spcPct val="20000"/>
        </a:spcBef>
        <a:spcAft>
          <a:spcPct val="0"/>
        </a:spcAft>
        <a:buClr>
          <a:srgbClr val="595959"/>
        </a:buClr>
        <a:buFont typeface="Symbol" pitchFamily="18" charset="2"/>
        <a:buChar char="-"/>
        <a:defRPr sz="2500" kern="1200">
          <a:solidFill>
            <a:srgbClr val="404040"/>
          </a:solidFill>
          <a:latin typeface="Arial" pitchFamily="34" charset="0"/>
          <a:ea typeface="+mn-ea"/>
          <a:cs typeface="Arial" pitchFamily="34" charset="0"/>
        </a:defRPr>
      </a:lvl2pPr>
      <a:lvl3pPr marL="1343025" indent="-269875" algn="l" rtl="0" eaLnBrk="0" fontAlgn="base" hangingPunct="0">
        <a:spcBef>
          <a:spcPct val="20000"/>
        </a:spcBef>
        <a:spcAft>
          <a:spcPct val="0"/>
        </a:spcAft>
        <a:buClr>
          <a:srgbClr val="595959"/>
        </a:buClr>
        <a:buSzPct val="80000"/>
        <a:buFont typeface="Wingdings" pitchFamily="2" charset="2"/>
        <a:buChar char="§"/>
        <a:defRPr sz="2200" kern="1200">
          <a:solidFill>
            <a:srgbClr val="404040"/>
          </a:solidFill>
          <a:latin typeface="Arial" pitchFamily="34" charset="0"/>
          <a:ea typeface="+mn-ea"/>
          <a:cs typeface="Arial" pitchFamily="34" charset="0"/>
        </a:defRPr>
      </a:lvl3pPr>
      <a:lvl4pPr marL="1790700" indent="-354013" algn="l" rtl="0" eaLnBrk="0" fontAlgn="base" hangingPunct="0">
        <a:spcBef>
          <a:spcPct val="20000"/>
        </a:spcBef>
        <a:spcAft>
          <a:spcPct val="0"/>
        </a:spcAft>
        <a:buClr>
          <a:srgbClr val="595959"/>
        </a:buClr>
        <a:buFont typeface="Symbol" pitchFamily="18" charset="2"/>
        <a:buChar char="-"/>
        <a:defRPr sz="2000" kern="1200">
          <a:solidFill>
            <a:srgbClr val="404040"/>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de-DE" dirty="0" smtClean="0"/>
              <a:t>Sortieralgorithmen</a:t>
            </a:r>
            <a:endParaRPr lang="de-DE" dirty="0"/>
          </a:p>
        </p:txBody>
      </p:sp>
      <p:pic>
        <p:nvPicPr>
          <p:cNvPr id="34" name="Picture 6"/>
          <p:cNvPicPr>
            <a:picLocks noChangeAspect="1" noChangeArrowheads="1"/>
          </p:cNvPicPr>
          <p:nvPr/>
        </p:nvPicPr>
        <p:blipFill>
          <a:blip r:embed="rId2" cstate="print"/>
          <a:srcRect/>
          <a:stretch>
            <a:fillRect/>
          </a:stretch>
        </p:blipFill>
        <p:spPr bwMode="auto">
          <a:xfrm>
            <a:off x="2677319" y="2420888"/>
            <a:ext cx="3789362" cy="1993900"/>
          </a:xfrm>
          <a:prstGeom prst="rect">
            <a:avLst/>
          </a:prstGeom>
          <a:noFill/>
          <a:ln w="9525">
            <a:noFill/>
            <a:miter lim="800000"/>
            <a:headEnd/>
            <a:tailEnd/>
          </a:ln>
        </p:spPr>
      </p:pic>
    </p:spTree>
    <p:extLst>
      <p:ext uri="{BB962C8B-B14F-4D97-AF65-F5344CB8AC3E}">
        <p14:creationId xmlns:p14="http://schemas.microsoft.com/office/powerpoint/2010/main" val="41783817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p:txBody>
          <a:bodyPr/>
          <a:lstStyle/>
          <a:p>
            <a:pPr eaLnBrk="1" hangingPunct="1"/>
            <a:r>
              <a:rPr lang="de-DE" smtClean="0"/>
              <a:t>Sortieren – Wozu?</a:t>
            </a:r>
          </a:p>
        </p:txBody>
      </p:sp>
      <p:sp>
        <p:nvSpPr>
          <p:cNvPr id="7173" name="Rectangle 3"/>
          <p:cNvSpPr>
            <a:spLocks noGrp="1" noChangeArrowheads="1"/>
          </p:cNvSpPr>
          <p:nvPr>
            <p:ph type="body" idx="1"/>
          </p:nvPr>
        </p:nvSpPr>
        <p:spPr/>
        <p:txBody>
          <a:bodyPr/>
          <a:lstStyle/>
          <a:p>
            <a:pPr eaLnBrk="1" hangingPunct="1"/>
            <a:r>
              <a:rPr lang="de-DE" sz="2800" smtClean="0"/>
              <a:t>Schnelles Suchen nach sortiertem Kriterium</a:t>
            </a:r>
          </a:p>
          <a:p>
            <a:pPr lvl="1" eaLnBrk="1" hangingPunct="1"/>
            <a:r>
              <a:rPr lang="de-DE" sz="2400" smtClean="0"/>
              <a:t>Wesentlich Häufiger Suchen als Einfügen/Ändern</a:t>
            </a:r>
          </a:p>
          <a:p>
            <a:pPr lvl="1" eaLnBrk="1" hangingPunct="1"/>
            <a:r>
              <a:rPr lang="de-DE" sz="2400" smtClean="0"/>
              <a:t>Große Datenmengen</a:t>
            </a:r>
          </a:p>
          <a:p>
            <a:pPr lvl="1" eaLnBrk="1" hangingPunct="1"/>
            <a:r>
              <a:rPr lang="de-DE" sz="2400" smtClean="0"/>
              <a:t>Binäre Suche</a:t>
            </a:r>
          </a:p>
          <a:p>
            <a:pPr lvl="1" eaLnBrk="1" hangingPunct="1"/>
            <a:endParaRPr lang="de-DE" sz="2400" smtClean="0"/>
          </a:p>
          <a:p>
            <a:pPr eaLnBrk="1" hangingPunct="1"/>
            <a:r>
              <a:rPr lang="de-DE" sz="2800" smtClean="0"/>
              <a:t>Sortierte Ausgabe</a:t>
            </a:r>
          </a:p>
          <a:p>
            <a:pPr eaLnBrk="1" hangingPunct="1"/>
            <a:endParaRPr lang="de-DE" sz="2800" smtClean="0"/>
          </a:p>
        </p:txBody>
      </p:sp>
    </p:spTree>
    <p:extLst>
      <p:ext uri="{BB962C8B-B14F-4D97-AF65-F5344CB8AC3E}">
        <p14:creationId xmlns:p14="http://schemas.microsoft.com/office/powerpoint/2010/main" val="21504463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p:cNvSpPr>
            <a:spLocks noGrp="1" noChangeArrowheads="1"/>
          </p:cNvSpPr>
          <p:nvPr>
            <p:ph type="title"/>
          </p:nvPr>
        </p:nvSpPr>
        <p:spPr/>
        <p:txBody>
          <a:bodyPr/>
          <a:lstStyle/>
          <a:p>
            <a:pPr eaLnBrk="1" hangingPunct="1"/>
            <a:r>
              <a:rPr lang="de-DE" smtClean="0"/>
              <a:t>Sortieren - Grundanforderung</a:t>
            </a:r>
          </a:p>
        </p:txBody>
      </p:sp>
      <p:pic>
        <p:nvPicPr>
          <p:cNvPr id="120833" name="Picture 1" descr="C:\tmp\pic\s1.jpg"/>
          <p:cNvPicPr>
            <a:picLocks noChangeAspect="1" noChangeArrowheads="1"/>
          </p:cNvPicPr>
          <p:nvPr/>
        </p:nvPicPr>
        <p:blipFill>
          <a:blip r:embed="rId2" cstate="print"/>
          <a:srcRect/>
          <a:stretch>
            <a:fillRect/>
          </a:stretch>
        </p:blipFill>
        <p:spPr bwMode="auto">
          <a:xfrm>
            <a:off x="288744" y="1165951"/>
            <a:ext cx="8515350" cy="4495800"/>
          </a:xfrm>
          <a:prstGeom prst="rect">
            <a:avLst/>
          </a:prstGeom>
          <a:noFill/>
        </p:spPr>
      </p:pic>
    </p:spTree>
    <p:extLst>
      <p:ext uri="{BB962C8B-B14F-4D97-AF65-F5344CB8AC3E}">
        <p14:creationId xmlns:p14="http://schemas.microsoft.com/office/powerpoint/2010/main" val="167869112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p:txBody>
          <a:bodyPr/>
          <a:lstStyle/>
          <a:p>
            <a:pPr eaLnBrk="1" hangingPunct="1"/>
            <a:r>
              <a:rPr lang="de-DE" smtClean="0"/>
              <a:t>Insertion-Sort</a:t>
            </a:r>
          </a:p>
        </p:txBody>
      </p:sp>
      <p:pic>
        <p:nvPicPr>
          <p:cNvPr id="9221" name="Picture 4"/>
          <p:cNvPicPr>
            <a:picLocks noChangeAspect="1" noChangeArrowheads="1"/>
          </p:cNvPicPr>
          <p:nvPr/>
        </p:nvPicPr>
        <p:blipFill>
          <a:blip r:embed="rId2" cstate="print"/>
          <a:srcRect/>
          <a:stretch>
            <a:fillRect/>
          </a:stretch>
        </p:blipFill>
        <p:spPr bwMode="auto">
          <a:xfrm>
            <a:off x="185738" y="898525"/>
            <a:ext cx="8685212" cy="4995863"/>
          </a:xfrm>
          <a:prstGeom prst="rect">
            <a:avLst/>
          </a:prstGeom>
          <a:noFill/>
          <a:ln w="9525">
            <a:noFill/>
            <a:miter lim="800000"/>
            <a:headEnd/>
            <a:tailEnd/>
          </a:ln>
        </p:spPr>
      </p:pic>
    </p:spTree>
    <p:extLst>
      <p:ext uri="{BB962C8B-B14F-4D97-AF65-F5344CB8AC3E}">
        <p14:creationId xmlns:p14="http://schemas.microsoft.com/office/powerpoint/2010/main" val="7563270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p:cNvSpPr>
            <a:spLocks noGrp="1" noChangeArrowheads="1"/>
          </p:cNvSpPr>
          <p:nvPr>
            <p:ph type="title"/>
          </p:nvPr>
        </p:nvSpPr>
        <p:spPr/>
        <p:txBody>
          <a:bodyPr/>
          <a:lstStyle/>
          <a:p>
            <a:pPr eaLnBrk="1" hangingPunct="1"/>
            <a:r>
              <a:rPr lang="de-DE" smtClean="0"/>
              <a:t>Insertion-Sort Ablauf</a:t>
            </a:r>
          </a:p>
        </p:txBody>
      </p:sp>
      <p:pic>
        <p:nvPicPr>
          <p:cNvPr id="118785" name="Picture 1" descr="C:\tmp\pic\s2.jpg"/>
          <p:cNvPicPr>
            <a:picLocks noChangeAspect="1" noChangeArrowheads="1"/>
          </p:cNvPicPr>
          <p:nvPr/>
        </p:nvPicPr>
        <p:blipFill>
          <a:blip r:embed="rId2" cstate="print"/>
          <a:srcRect/>
          <a:stretch>
            <a:fillRect/>
          </a:stretch>
        </p:blipFill>
        <p:spPr bwMode="auto">
          <a:xfrm>
            <a:off x="0" y="1080968"/>
            <a:ext cx="9144000" cy="4961713"/>
          </a:xfrm>
          <a:prstGeom prst="rect">
            <a:avLst/>
          </a:prstGeom>
          <a:noFill/>
        </p:spPr>
      </p:pic>
    </p:spTree>
    <p:extLst>
      <p:ext uri="{BB962C8B-B14F-4D97-AF65-F5344CB8AC3E}">
        <p14:creationId xmlns:p14="http://schemas.microsoft.com/office/powerpoint/2010/main" val="5403399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p:nvPr>
        </p:nvSpPr>
        <p:spPr/>
        <p:txBody>
          <a:bodyPr/>
          <a:lstStyle/>
          <a:p>
            <a:pPr eaLnBrk="1" hangingPunct="1"/>
            <a:r>
              <a:rPr lang="de-DE" smtClean="0"/>
              <a:t>Insertion-Sort Ablauf</a:t>
            </a:r>
          </a:p>
        </p:txBody>
      </p:sp>
      <p:pic>
        <p:nvPicPr>
          <p:cNvPr id="117761" name="Picture 1" descr="C:\tmp\pic\s3.jpg"/>
          <p:cNvPicPr>
            <a:picLocks noChangeAspect="1" noChangeArrowheads="1"/>
          </p:cNvPicPr>
          <p:nvPr/>
        </p:nvPicPr>
        <p:blipFill>
          <a:blip r:embed="rId2" cstate="print"/>
          <a:srcRect/>
          <a:stretch>
            <a:fillRect/>
          </a:stretch>
        </p:blipFill>
        <p:spPr bwMode="auto">
          <a:xfrm>
            <a:off x="0" y="1051288"/>
            <a:ext cx="9144000" cy="5038725"/>
          </a:xfrm>
          <a:prstGeom prst="rect">
            <a:avLst/>
          </a:prstGeom>
          <a:noFill/>
        </p:spPr>
      </p:pic>
    </p:spTree>
    <p:extLst>
      <p:ext uri="{BB962C8B-B14F-4D97-AF65-F5344CB8AC3E}">
        <p14:creationId xmlns:p14="http://schemas.microsoft.com/office/powerpoint/2010/main" val="30805928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noChangeArrowheads="1"/>
          </p:cNvSpPr>
          <p:nvPr>
            <p:ph type="title"/>
          </p:nvPr>
        </p:nvSpPr>
        <p:spPr/>
        <p:txBody>
          <a:bodyPr/>
          <a:lstStyle/>
          <a:p>
            <a:pPr eaLnBrk="1" hangingPunct="1"/>
            <a:r>
              <a:rPr lang="de-DE" smtClean="0"/>
              <a:t>Insertion-Sort Ablauf</a:t>
            </a:r>
          </a:p>
        </p:txBody>
      </p:sp>
      <p:pic>
        <p:nvPicPr>
          <p:cNvPr id="116738" name="Picture 2" descr="C:\tmp\pic\s4.jpg"/>
          <p:cNvPicPr>
            <a:picLocks noChangeAspect="1" noChangeArrowheads="1"/>
          </p:cNvPicPr>
          <p:nvPr/>
        </p:nvPicPr>
        <p:blipFill>
          <a:blip r:embed="rId2" cstate="print"/>
          <a:srcRect/>
          <a:stretch>
            <a:fillRect/>
          </a:stretch>
        </p:blipFill>
        <p:spPr bwMode="auto">
          <a:xfrm>
            <a:off x="47625" y="1096333"/>
            <a:ext cx="9096375" cy="4981575"/>
          </a:xfrm>
          <a:prstGeom prst="rect">
            <a:avLst/>
          </a:prstGeom>
          <a:noFill/>
        </p:spPr>
      </p:pic>
    </p:spTree>
    <p:extLst>
      <p:ext uri="{BB962C8B-B14F-4D97-AF65-F5344CB8AC3E}">
        <p14:creationId xmlns:p14="http://schemas.microsoft.com/office/powerpoint/2010/main" val="31284305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p:txBody>
          <a:bodyPr/>
          <a:lstStyle/>
          <a:p>
            <a:pPr eaLnBrk="1" hangingPunct="1"/>
            <a:r>
              <a:rPr lang="de-DE" smtClean="0"/>
              <a:t>Insertion-Sort Ablauf</a:t>
            </a:r>
          </a:p>
        </p:txBody>
      </p:sp>
      <p:pic>
        <p:nvPicPr>
          <p:cNvPr id="115713" name="Picture 1" descr="C:\tmp\pic\s5.jpg"/>
          <p:cNvPicPr>
            <a:picLocks noChangeAspect="1" noChangeArrowheads="1"/>
          </p:cNvPicPr>
          <p:nvPr/>
        </p:nvPicPr>
        <p:blipFill>
          <a:blip r:embed="rId2" cstate="print"/>
          <a:srcRect/>
          <a:stretch>
            <a:fillRect/>
          </a:stretch>
        </p:blipFill>
        <p:spPr bwMode="auto">
          <a:xfrm>
            <a:off x="52255" y="1095567"/>
            <a:ext cx="9091746" cy="4981575"/>
          </a:xfrm>
          <a:prstGeom prst="rect">
            <a:avLst/>
          </a:prstGeom>
          <a:noFill/>
        </p:spPr>
      </p:pic>
    </p:spTree>
    <p:extLst>
      <p:ext uri="{BB962C8B-B14F-4D97-AF65-F5344CB8AC3E}">
        <p14:creationId xmlns:p14="http://schemas.microsoft.com/office/powerpoint/2010/main" val="2267230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lstStyle/>
          <a:p>
            <a:pPr eaLnBrk="1" hangingPunct="1"/>
            <a:r>
              <a:rPr lang="de-DE" smtClean="0"/>
              <a:t>Insertionsort - Code</a:t>
            </a:r>
          </a:p>
        </p:txBody>
      </p:sp>
      <p:pic>
        <p:nvPicPr>
          <p:cNvPr id="2" name="Grafik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9869" y="1844824"/>
            <a:ext cx="6110396" cy="3704728"/>
          </a:xfrm>
          <a:prstGeom prst="rect">
            <a:avLst/>
          </a:prstGeom>
        </p:spPr>
      </p:pic>
    </p:spTree>
    <p:extLst>
      <p:ext uri="{BB962C8B-B14F-4D97-AF65-F5344CB8AC3E}">
        <p14:creationId xmlns:p14="http://schemas.microsoft.com/office/powerpoint/2010/main" val="299212288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p:txBody>
          <a:bodyPr/>
          <a:lstStyle/>
          <a:p>
            <a:pPr eaLnBrk="1" hangingPunct="1"/>
            <a:r>
              <a:rPr lang="de-DE" dirty="0" err="1" smtClean="0"/>
              <a:t>Bubblesort</a:t>
            </a:r>
            <a:endParaRPr lang="de-DE" dirty="0" smtClean="0"/>
          </a:p>
        </p:txBody>
      </p:sp>
      <p:pic>
        <p:nvPicPr>
          <p:cNvPr id="16389" name="Picture 4"/>
          <p:cNvPicPr>
            <a:picLocks noChangeAspect="1" noChangeArrowheads="1"/>
          </p:cNvPicPr>
          <p:nvPr/>
        </p:nvPicPr>
        <p:blipFill>
          <a:blip r:embed="rId2" cstate="print"/>
          <a:srcRect/>
          <a:stretch>
            <a:fillRect/>
          </a:stretch>
        </p:blipFill>
        <p:spPr bwMode="auto">
          <a:xfrm>
            <a:off x="2836863" y="971550"/>
            <a:ext cx="3468687" cy="4913313"/>
          </a:xfrm>
          <a:prstGeom prst="rect">
            <a:avLst/>
          </a:prstGeom>
          <a:noFill/>
          <a:ln w="9525">
            <a:noFill/>
            <a:miter lim="800000"/>
            <a:headEnd/>
            <a:tailEnd/>
          </a:ln>
        </p:spPr>
      </p:pic>
    </p:spTree>
    <p:extLst>
      <p:ext uri="{BB962C8B-B14F-4D97-AF65-F5344CB8AC3E}">
        <p14:creationId xmlns:p14="http://schemas.microsoft.com/office/powerpoint/2010/main" val="362608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p:txBody>
          <a:bodyPr/>
          <a:lstStyle/>
          <a:p>
            <a:pPr eaLnBrk="1" hangingPunct="1"/>
            <a:r>
              <a:rPr lang="de-DE" dirty="0" err="1" smtClean="0"/>
              <a:t>Bubblesort</a:t>
            </a:r>
            <a:endParaRPr lang="de-DE" dirty="0" smtClean="0"/>
          </a:p>
        </p:txBody>
      </p:sp>
      <p:sp>
        <p:nvSpPr>
          <p:cNvPr id="19461" name="Rectangle 3"/>
          <p:cNvSpPr>
            <a:spLocks noGrp="1" noChangeArrowheads="1"/>
          </p:cNvSpPr>
          <p:nvPr>
            <p:ph type="body" idx="1"/>
          </p:nvPr>
        </p:nvSpPr>
        <p:spPr>
          <a:xfrm>
            <a:off x="457200" y="1412776"/>
            <a:ext cx="8229600" cy="4713387"/>
          </a:xfrm>
        </p:spPr>
        <p:txBody>
          <a:bodyPr/>
          <a:lstStyle/>
          <a:p>
            <a:r>
              <a:rPr lang="de-AT" sz="1800" dirty="0" smtClean="0"/>
              <a:t>Bei </a:t>
            </a:r>
            <a:r>
              <a:rPr lang="de-AT" sz="1800" dirty="0" smtClean="0"/>
              <a:t>jedem Sortierzyklus werden die Elemente der Liste von links nach rechts durchlaufen. Dabei wird in jedem Schritt das aktuelle Element mit dem rechten Nachbarn verglichen. Falls das linke Elemente größer als das rechte ist, werden die beiden Elemente getauscht. Nach dem ersten Zyklus steht das größte Element an der richtigen Stelle (ganz rechts). Nach dem zweiten </a:t>
            </a:r>
            <a:r>
              <a:rPr lang="de-AT" sz="1800" dirty="0" err="1" smtClean="0"/>
              <a:t>Zylkus</a:t>
            </a:r>
            <a:r>
              <a:rPr lang="de-AT" sz="1800" dirty="0" smtClean="0"/>
              <a:t> steht das zweitgrößte Element an der richtigen Stelle, usw. Die Elemente steigen wie Blasen (</a:t>
            </a:r>
            <a:r>
              <a:rPr lang="de-AT" sz="1800" dirty="0" err="1" smtClean="0"/>
              <a:t>Bubbles</a:t>
            </a:r>
            <a:r>
              <a:rPr lang="de-AT" sz="1800" dirty="0" smtClean="0"/>
              <a:t>) auf!</a:t>
            </a:r>
          </a:p>
          <a:p>
            <a:endParaRPr lang="de-AT" sz="1600" dirty="0" smtClean="0"/>
          </a:p>
          <a:p>
            <a:r>
              <a:rPr lang="de-AT" sz="1800" dirty="0" smtClean="0"/>
              <a:t>Die Sortierzyklen werden solange wiederholt, bis die Liste vollständig sortiert ist. Dies ist der Fall, wenn in einem Durchlauf kein Tausch mehr erforderlich ist.</a:t>
            </a:r>
          </a:p>
          <a:p>
            <a:endParaRPr lang="de-AT" sz="1800" dirty="0" smtClean="0"/>
          </a:p>
          <a:p>
            <a:r>
              <a:rPr lang="de-AT" sz="1800" b="1" dirty="0" smtClean="0"/>
              <a:t>Optimierung</a:t>
            </a:r>
            <a:r>
              <a:rPr lang="de-AT" sz="1800" dirty="0" smtClean="0"/>
              <a:t>: Das jeweils letzte Element des vorherigen Durchlaufs muss bei einem neuen Durchlauf nicht mehr betrachtet werden, da nach jedem Durchlauf das jeweils größte Element an der richtigen Stelle steht.</a:t>
            </a:r>
          </a:p>
          <a:p>
            <a:pPr lvl="1"/>
            <a:endParaRPr lang="de-AT" sz="1800" dirty="0" smtClean="0"/>
          </a:p>
        </p:txBody>
      </p:sp>
    </p:spTree>
    <p:extLst>
      <p:ext uri="{BB962C8B-B14F-4D97-AF65-F5344CB8AC3E}">
        <p14:creationId xmlns:p14="http://schemas.microsoft.com/office/powerpoint/2010/main" val="20098590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p:txBody>
          <a:bodyPr/>
          <a:lstStyle/>
          <a:p>
            <a:pPr eaLnBrk="1" hangingPunct="1"/>
            <a:r>
              <a:rPr lang="de-DE" dirty="0" err="1" smtClean="0"/>
              <a:t>Bubblesort</a:t>
            </a:r>
            <a:r>
              <a:rPr lang="de-DE" dirty="0" smtClean="0"/>
              <a:t> - Code</a:t>
            </a:r>
            <a:endParaRPr lang="de-DE" dirty="0" smtClean="0"/>
          </a:p>
        </p:txBody>
      </p:sp>
      <p:pic>
        <p:nvPicPr>
          <p:cNvPr id="2" name="Grafik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632" y="1412776"/>
            <a:ext cx="5532264" cy="3851731"/>
          </a:xfrm>
          <a:prstGeom prst="rect">
            <a:avLst/>
          </a:prstGeom>
        </p:spPr>
      </p:pic>
    </p:spTree>
    <p:extLst>
      <p:ext uri="{BB962C8B-B14F-4D97-AF65-F5344CB8AC3E}">
        <p14:creationId xmlns:p14="http://schemas.microsoft.com/office/powerpoint/2010/main" val="292987968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p:txBody>
          <a:bodyPr/>
          <a:lstStyle/>
          <a:p>
            <a:pPr eaLnBrk="1" hangingPunct="1"/>
            <a:r>
              <a:rPr lang="de-DE" dirty="0" err="1" smtClean="0"/>
              <a:t>SelectionSort</a:t>
            </a:r>
            <a:endParaRPr lang="de-DE" dirty="0" smtClean="0"/>
          </a:p>
        </p:txBody>
      </p:sp>
      <p:sp>
        <p:nvSpPr>
          <p:cNvPr id="19461" name="Rectangle 3"/>
          <p:cNvSpPr>
            <a:spLocks noGrp="1" noChangeArrowheads="1"/>
          </p:cNvSpPr>
          <p:nvPr>
            <p:ph type="body" idx="1"/>
          </p:nvPr>
        </p:nvSpPr>
        <p:spPr/>
        <p:txBody>
          <a:bodyPr/>
          <a:lstStyle/>
          <a:p>
            <a:pPr eaLnBrk="1" hangingPunct="1"/>
            <a:r>
              <a:rPr lang="de-DE" sz="2800" dirty="0" smtClean="0"/>
              <a:t>Grundidee</a:t>
            </a:r>
          </a:p>
          <a:p>
            <a:pPr lvl="1" eaLnBrk="1" hangingPunct="1"/>
            <a:r>
              <a:rPr lang="de-DE" sz="2400" dirty="0" smtClean="0"/>
              <a:t>Alle Positionen durchlaufen</a:t>
            </a:r>
          </a:p>
          <a:p>
            <a:pPr lvl="2" eaLnBrk="1" hangingPunct="1"/>
            <a:r>
              <a:rPr lang="de-DE" sz="2000" dirty="0" smtClean="0"/>
              <a:t>Aus verbleibenden Elementen kleinstes wählen und mit Element an aktueller Position tauschen</a:t>
            </a:r>
          </a:p>
          <a:p>
            <a:pPr lvl="1" eaLnBrk="1" hangingPunct="1"/>
            <a:r>
              <a:rPr lang="de-DE" sz="2400" dirty="0" smtClean="0"/>
              <a:t>Je Durchlauf stimmt links ein Element mehr</a:t>
            </a:r>
          </a:p>
          <a:p>
            <a:pPr lvl="2" eaLnBrk="1" hangingPunct="1"/>
            <a:r>
              <a:rPr lang="de-DE" sz="2000" dirty="0" smtClean="0"/>
              <a:t>Wird nicht mehr verändert</a:t>
            </a:r>
          </a:p>
          <a:p>
            <a:pPr lvl="3" eaLnBrk="1" hangingPunct="1"/>
            <a:endParaRPr lang="de-DE" sz="1600" dirty="0" smtClean="0"/>
          </a:p>
          <a:p>
            <a:pPr eaLnBrk="1" hangingPunct="1"/>
            <a:r>
              <a:rPr lang="de-DE" sz="2800" dirty="0" smtClean="0"/>
              <a:t>Übung</a:t>
            </a:r>
          </a:p>
          <a:p>
            <a:pPr lvl="1" eaLnBrk="1" hangingPunct="1"/>
            <a:r>
              <a:rPr lang="de-DE" sz="2400" dirty="0" smtClean="0"/>
              <a:t>Realisierung in </a:t>
            </a:r>
            <a:r>
              <a:rPr lang="de-DE" sz="2400" dirty="0" err="1" smtClean="0"/>
              <a:t>Sorterprogramm</a:t>
            </a:r>
            <a:endParaRPr lang="de-DE" sz="2400" dirty="0" smtClean="0"/>
          </a:p>
        </p:txBody>
      </p:sp>
    </p:spTree>
    <p:extLst>
      <p:ext uri="{BB962C8B-B14F-4D97-AF65-F5344CB8AC3E}">
        <p14:creationId xmlns:p14="http://schemas.microsoft.com/office/powerpoint/2010/main" val="28031208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title"/>
          </p:nvPr>
        </p:nvSpPr>
        <p:spPr/>
        <p:txBody>
          <a:bodyPr/>
          <a:lstStyle/>
          <a:p>
            <a:pPr eaLnBrk="1" hangingPunct="1"/>
            <a:r>
              <a:rPr lang="de-DE" smtClean="0"/>
              <a:t>Selection-Sort - Überblick</a:t>
            </a:r>
          </a:p>
        </p:txBody>
      </p:sp>
      <p:pic>
        <p:nvPicPr>
          <p:cNvPr id="20485" name="Picture 6"/>
          <p:cNvPicPr>
            <a:picLocks noGrp="1" noChangeAspect="1" noChangeArrowheads="1"/>
          </p:cNvPicPr>
          <p:nvPr>
            <p:ph type="body" idx="1"/>
          </p:nvPr>
        </p:nvPicPr>
        <p:blipFill>
          <a:blip r:embed="rId2" cstate="print"/>
          <a:srcRect/>
          <a:stretch>
            <a:fillRect/>
          </a:stretch>
        </p:blipFill>
        <p:spPr>
          <a:xfrm>
            <a:off x="0" y="882650"/>
            <a:ext cx="8820150" cy="5097463"/>
          </a:xfrm>
          <a:noFill/>
        </p:spPr>
      </p:pic>
    </p:spTree>
    <p:extLst>
      <p:ext uri="{BB962C8B-B14F-4D97-AF65-F5344CB8AC3E}">
        <p14:creationId xmlns:p14="http://schemas.microsoft.com/office/powerpoint/2010/main" val="336864968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p:txBody>
          <a:bodyPr/>
          <a:lstStyle/>
          <a:p>
            <a:pPr eaLnBrk="1" hangingPunct="1"/>
            <a:r>
              <a:rPr lang="de-DE" smtClean="0"/>
              <a:t>Selection-Sort Ablauf</a:t>
            </a:r>
          </a:p>
        </p:txBody>
      </p:sp>
      <p:pic>
        <p:nvPicPr>
          <p:cNvPr id="107521" name="Picture 1" descr="C:\tmp\pic\ss1.jpg"/>
          <p:cNvPicPr>
            <a:picLocks noChangeAspect="1" noChangeArrowheads="1"/>
          </p:cNvPicPr>
          <p:nvPr/>
        </p:nvPicPr>
        <p:blipFill>
          <a:blip r:embed="rId2" cstate="print"/>
          <a:srcRect/>
          <a:stretch>
            <a:fillRect/>
          </a:stretch>
        </p:blipFill>
        <p:spPr bwMode="auto">
          <a:xfrm>
            <a:off x="0" y="1070564"/>
            <a:ext cx="9144000" cy="5000625"/>
          </a:xfrm>
          <a:prstGeom prst="rect">
            <a:avLst/>
          </a:prstGeom>
          <a:noFill/>
        </p:spPr>
      </p:pic>
    </p:spTree>
    <p:extLst>
      <p:ext uri="{BB962C8B-B14F-4D97-AF65-F5344CB8AC3E}">
        <p14:creationId xmlns:p14="http://schemas.microsoft.com/office/powerpoint/2010/main" val="107273212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p:cNvSpPr>
            <a:spLocks noGrp="1" noChangeArrowheads="1"/>
          </p:cNvSpPr>
          <p:nvPr>
            <p:ph type="title"/>
          </p:nvPr>
        </p:nvSpPr>
        <p:spPr/>
        <p:txBody>
          <a:bodyPr/>
          <a:lstStyle/>
          <a:p>
            <a:pPr eaLnBrk="1" hangingPunct="1"/>
            <a:r>
              <a:rPr lang="de-DE" smtClean="0"/>
              <a:t>Selection-Sort Ablauf</a:t>
            </a:r>
          </a:p>
        </p:txBody>
      </p:sp>
      <p:pic>
        <p:nvPicPr>
          <p:cNvPr id="106497" name="Picture 1" descr="C:\tmp\pic\ss2.jpg"/>
          <p:cNvPicPr>
            <a:picLocks noChangeAspect="1" noChangeArrowheads="1"/>
          </p:cNvPicPr>
          <p:nvPr/>
        </p:nvPicPr>
        <p:blipFill>
          <a:blip r:embed="rId2" cstate="print"/>
          <a:srcRect/>
          <a:stretch>
            <a:fillRect/>
          </a:stretch>
        </p:blipFill>
        <p:spPr bwMode="auto">
          <a:xfrm>
            <a:off x="0" y="1064791"/>
            <a:ext cx="9144000" cy="5010150"/>
          </a:xfrm>
          <a:prstGeom prst="rect">
            <a:avLst/>
          </a:prstGeom>
          <a:noFill/>
        </p:spPr>
      </p:pic>
    </p:spTree>
    <p:extLst>
      <p:ext uri="{BB962C8B-B14F-4D97-AF65-F5344CB8AC3E}">
        <p14:creationId xmlns:p14="http://schemas.microsoft.com/office/powerpoint/2010/main" val="127967656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ChangeArrowheads="1"/>
          </p:cNvSpPr>
          <p:nvPr>
            <p:ph type="title"/>
          </p:nvPr>
        </p:nvSpPr>
        <p:spPr/>
        <p:txBody>
          <a:bodyPr/>
          <a:lstStyle/>
          <a:p>
            <a:pPr eaLnBrk="1" hangingPunct="1"/>
            <a:r>
              <a:rPr lang="de-DE" smtClean="0"/>
              <a:t>Selection-Sort Ablauf</a:t>
            </a:r>
          </a:p>
        </p:txBody>
      </p:sp>
      <p:pic>
        <p:nvPicPr>
          <p:cNvPr id="105473" name="Picture 1" descr="C:\tmp\pic\ss3.jpg"/>
          <p:cNvPicPr>
            <a:picLocks noChangeAspect="1" noChangeArrowheads="1"/>
          </p:cNvPicPr>
          <p:nvPr/>
        </p:nvPicPr>
        <p:blipFill>
          <a:blip r:embed="rId2" cstate="print"/>
          <a:srcRect/>
          <a:stretch>
            <a:fillRect/>
          </a:stretch>
        </p:blipFill>
        <p:spPr bwMode="auto">
          <a:xfrm>
            <a:off x="0" y="1062411"/>
            <a:ext cx="9144000" cy="5010150"/>
          </a:xfrm>
          <a:prstGeom prst="rect">
            <a:avLst/>
          </a:prstGeom>
          <a:noFill/>
        </p:spPr>
      </p:pic>
    </p:spTree>
    <p:extLst>
      <p:ext uri="{BB962C8B-B14F-4D97-AF65-F5344CB8AC3E}">
        <p14:creationId xmlns:p14="http://schemas.microsoft.com/office/powerpoint/2010/main" val="253369346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p:cNvSpPr>
            <a:spLocks noGrp="1" noChangeArrowheads="1"/>
          </p:cNvSpPr>
          <p:nvPr>
            <p:ph type="title"/>
          </p:nvPr>
        </p:nvSpPr>
        <p:spPr/>
        <p:txBody>
          <a:bodyPr/>
          <a:lstStyle/>
          <a:p>
            <a:pPr eaLnBrk="1" hangingPunct="1"/>
            <a:r>
              <a:rPr lang="de-DE" smtClean="0"/>
              <a:t>Selection-Sort Ablauf</a:t>
            </a:r>
          </a:p>
        </p:txBody>
      </p:sp>
      <p:pic>
        <p:nvPicPr>
          <p:cNvPr id="104449" name="Picture 1" descr="C:\tmp\pic\ss4.jpg"/>
          <p:cNvPicPr>
            <a:picLocks noChangeAspect="1" noChangeArrowheads="1"/>
          </p:cNvPicPr>
          <p:nvPr/>
        </p:nvPicPr>
        <p:blipFill>
          <a:blip r:embed="rId2" cstate="print"/>
          <a:srcRect/>
          <a:stretch>
            <a:fillRect/>
          </a:stretch>
        </p:blipFill>
        <p:spPr bwMode="auto">
          <a:xfrm>
            <a:off x="0" y="1067636"/>
            <a:ext cx="9144000" cy="5010150"/>
          </a:xfrm>
          <a:prstGeom prst="rect">
            <a:avLst/>
          </a:prstGeom>
          <a:noFill/>
        </p:spPr>
      </p:pic>
    </p:spTree>
    <p:extLst>
      <p:ext uri="{BB962C8B-B14F-4D97-AF65-F5344CB8AC3E}">
        <p14:creationId xmlns:p14="http://schemas.microsoft.com/office/powerpoint/2010/main" val="194312476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2"/>
          <p:cNvSpPr>
            <a:spLocks noGrp="1" noChangeArrowheads="1"/>
          </p:cNvSpPr>
          <p:nvPr>
            <p:ph type="title"/>
          </p:nvPr>
        </p:nvSpPr>
        <p:spPr/>
        <p:txBody>
          <a:bodyPr/>
          <a:lstStyle/>
          <a:p>
            <a:pPr eaLnBrk="1" hangingPunct="1"/>
            <a:r>
              <a:rPr lang="de-DE" dirty="0" err="1" smtClean="0"/>
              <a:t>Selectionsort</a:t>
            </a:r>
            <a:r>
              <a:rPr lang="de-DE" smtClean="0"/>
              <a:t> - Code</a:t>
            </a:r>
            <a:endParaRPr lang="de-DE" dirty="0" smtClean="0"/>
          </a:p>
        </p:txBody>
      </p:sp>
      <p:pic>
        <p:nvPicPr>
          <p:cNvPr id="2" name="Grafik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3648" y="1916832"/>
            <a:ext cx="5976664" cy="3525405"/>
          </a:xfrm>
          <a:prstGeom prst="rect">
            <a:avLst/>
          </a:prstGeom>
        </p:spPr>
      </p:pic>
    </p:spTree>
    <p:extLst>
      <p:ext uri="{BB962C8B-B14F-4D97-AF65-F5344CB8AC3E}">
        <p14:creationId xmlns:p14="http://schemas.microsoft.com/office/powerpoint/2010/main" val="1932110716"/>
      </p:ext>
    </p:extLst>
  </p:cSld>
  <p:clrMapOvr>
    <a:masterClrMapping/>
  </p:clrMapOvr>
  <p:timing>
    <p:tnLst>
      <p:par>
        <p:cTn id="1" dur="indefinite" restart="never" nodeType="tmRoot"/>
      </p:par>
    </p:tnLst>
  </p:timing>
</p:sld>
</file>

<file path=ppt/theme/theme1.xml><?xml version="1.0" encoding="utf-8"?>
<a:theme xmlns:a="http://schemas.openxmlformats.org/drawingml/2006/main" name="2_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Klassisch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233</Words>
  <Application>Microsoft Office PowerPoint</Application>
  <PresentationFormat>Bildschirmpräsentation (4:3)</PresentationFormat>
  <Paragraphs>38</Paragraphs>
  <Slides>19</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19</vt:i4>
      </vt:variant>
    </vt:vector>
  </HeadingPairs>
  <TitlesOfParts>
    <vt:vector size="24" baseType="lpstr">
      <vt:lpstr>Arial</vt:lpstr>
      <vt:lpstr>Calibri</vt:lpstr>
      <vt:lpstr>Symbol</vt:lpstr>
      <vt:lpstr>Wingdings</vt:lpstr>
      <vt:lpstr>2_Larissa</vt:lpstr>
      <vt:lpstr>Sortieralgorithmen</vt:lpstr>
      <vt:lpstr>Sortieren – Wozu?</vt:lpstr>
      <vt:lpstr>Sortieren - Grundanforderung</vt:lpstr>
      <vt:lpstr>Insertion-Sort</vt:lpstr>
      <vt:lpstr>Insertion-Sort Ablauf</vt:lpstr>
      <vt:lpstr>Insertion-Sort Ablauf</vt:lpstr>
      <vt:lpstr>Insertion-Sort Ablauf</vt:lpstr>
      <vt:lpstr>Insertion-Sort Ablauf</vt:lpstr>
      <vt:lpstr>Insertionsort - Code</vt:lpstr>
      <vt:lpstr>Bubblesort</vt:lpstr>
      <vt:lpstr>Bubblesort</vt:lpstr>
      <vt:lpstr>Bubblesort - Code</vt:lpstr>
      <vt:lpstr>SelectionSort</vt:lpstr>
      <vt:lpstr>Selection-Sort - Überblick</vt:lpstr>
      <vt:lpstr>Selection-Sort Ablauf</vt:lpstr>
      <vt:lpstr>Selection-Sort Ablauf</vt:lpstr>
      <vt:lpstr>Selection-Sort Ablauf</vt:lpstr>
      <vt:lpstr>Selection-Sort Ablauf</vt:lpstr>
      <vt:lpstr>Selectionsort - Code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r.obermueller@eduhi.at</dc:creator>
  <cp:lastModifiedBy>Birgit Schröder</cp:lastModifiedBy>
  <cp:revision>153</cp:revision>
  <dcterms:created xsi:type="dcterms:W3CDTF">2013-05-11T11:25:57Z</dcterms:created>
  <dcterms:modified xsi:type="dcterms:W3CDTF">2016-01-07T17:56:17Z</dcterms:modified>
</cp:coreProperties>
</file>