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889" r:id="rId1"/>
    <p:sldMasterId id="2147483675" r:id="rId2"/>
  </p:sldMasterIdLst>
  <p:notesMasterIdLst>
    <p:notesMasterId r:id="rId9"/>
  </p:notesMasterIdLst>
  <p:handoutMasterIdLst>
    <p:handoutMasterId r:id="rId10"/>
  </p:handoutMasterIdLst>
  <p:sldIdLst>
    <p:sldId id="299" r:id="rId3"/>
    <p:sldId id="301" r:id="rId4"/>
    <p:sldId id="302" r:id="rId5"/>
    <p:sldId id="303" r:id="rId6"/>
    <p:sldId id="304" r:id="rId7"/>
    <p:sldId id="305" r:id="rId8"/>
  </p:sldIdLst>
  <p:sldSz cx="9144000" cy="6858000" type="screen4x3"/>
  <p:notesSz cx="7099300" cy="10234613"/>
  <p:defaultTextStyle>
    <a:defPPr>
      <a:defRPr lang="de-DE"/>
    </a:defPPr>
    <a:lvl1pPr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panose="020B0604020202020204" pitchFamily="34" charset="0"/>
        <a:ea typeface="MS PGothic" pitchFamily="34" charset="-128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panose="020B0604020202020204" pitchFamily="34" charset="0"/>
        <a:ea typeface="MS PGothic" pitchFamily="34" charset="-128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panose="020B0604020202020204" pitchFamily="34" charset="0"/>
        <a:ea typeface="MS PGothic" pitchFamily="34" charset="-128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panose="020B0604020202020204" pitchFamily="34" charset="0"/>
        <a:ea typeface="MS PGothic" pitchFamily="34" charset="-128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panose="020B0604020202020204" pitchFamily="34" charset="0"/>
        <a:ea typeface="MS PGothic" pitchFamily="34" charset="-128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Arial" panose="020B0604020202020204" pitchFamily="34" charset="0"/>
        <a:ea typeface="MS PGothic" pitchFamily="34" charset="-128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Arial" panose="020B0604020202020204" pitchFamily="34" charset="0"/>
        <a:ea typeface="MS PGothic" pitchFamily="34" charset="-128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Arial" panose="020B0604020202020204" pitchFamily="34" charset="0"/>
        <a:ea typeface="MS PGothic" pitchFamily="34" charset="-128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Arial" panose="020B0604020202020204" pitchFamily="34" charset="0"/>
        <a:ea typeface="MS PGothic" pitchFamily="34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699FF"/>
    <a:srgbClr val="66CCFF"/>
    <a:srgbClr val="CCECFF"/>
    <a:srgbClr val="99CC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211" autoAdjust="0"/>
    <p:restoredTop sz="94629" autoAdjust="0"/>
  </p:normalViewPr>
  <p:slideViewPr>
    <p:cSldViewPr>
      <p:cViewPr varScale="1">
        <p:scale>
          <a:sx n="84" d="100"/>
          <a:sy n="84" d="100"/>
        </p:scale>
        <p:origin x="1493" y="77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notesViewPr>
    <p:cSldViewPr>
      <p:cViewPr varScale="1">
        <p:scale>
          <a:sx n="79" d="100"/>
          <a:sy n="79" d="100"/>
        </p:scale>
        <p:origin x="3966" y="10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theme" Target="theme/theme1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presProps" Target="presProps.xml"/><Relationship Id="rId5" Type="http://schemas.openxmlformats.org/officeDocument/2006/relationships/slide" Target="slides/slide3.xml"/><Relationship Id="rId10" Type="http://schemas.openxmlformats.org/officeDocument/2006/relationships/handoutMaster" Target="handoutMasters/handoutMaster1.xml"/><Relationship Id="rId4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4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76575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9048" tIns="49524" rIns="99048" bIns="49524" numCol="1" anchor="t" anchorCtr="0" compatLnSpc="1">
            <a:prstTxWarp prst="textNoShape">
              <a:avLst/>
            </a:prstTxWarp>
          </a:bodyPr>
          <a:lstStyle>
            <a:lvl1pPr defTabSz="990600">
              <a:defRPr sz="1300">
                <a:latin typeface="Calibri" pitchFamily="34" charset="0"/>
                <a:ea typeface="ＭＳ Ｐゴシック" pitchFamily="-44" charset="-128"/>
              </a:defRPr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4022725" y="0"/>
            <a:ext cx="3076575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9048" tIns="49524" rIns="99048" bIns="49524" numCol="1" anchor="t" anchorCtr="0" compatLnSpc="1">
            <a:prstTxWarp prst="textNoShape">
              <a:avLst/>
            </a:prstTxWarp>
          </a:bodyPr>
          <a:lstStyle>
            <a:lvl1pPr algn="r" defTabSz="990600">
              <a:defRPr sz="1300">
                <a:latin typeface="Calibri" pitchFamily="34" charset="0"/>
                <a:ea typeface="ＭＳ Ｐゴシック" pitchFamily="-44" charset="-128"/>
              </a:defRPr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723438"/>
            <a:ext cx="3076575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9048" tIns="49524" rIns="99048" bIns="49524" numCol="1" anchor="b" anchorCtr="0" compatLnSpc="1">
            <a:prstTxWarp prst="textNoShape">
              <a:avLst/>
            </a:prstTxWarp>
          </a:bodyPr>
          <a:lstStyle>
            <a:lvl1pPr defTabSz="990600">
              <a:defRPr sz="1300">
                <a:latin typeface="Calibri" pitchFamily="34" charset="0"/>
                <a:ea typeface="ＭＳ Ｐゴシック" pitchFamily="-44" charset="-128"/>
              </a:defRPr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4022725" y="9723438"/>
            <a:ext cx="3076575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9048" tIns="49524" rIns="99048" bIns="49524" numCol="1" anchor="b" anchorCtr="0" compatLnSpc="1">
            <a:prstTxWarp prst="textNoShape">
              <a:avLst/>
            </a:prstTxWarp>
          </a:bodyPr>
          <a:lstStyle>
            <a:lvl1pPr algn="r" defTabSz="990600">
              <a:defRPr sz="1300">
                <a:latin typeface="Calibri" panose="020F0502020204030204" pitchFamily="34" charset="0"/>
              </a:defRPr>
            </a:lvl1pPr>
          </a:lstStyle>
          <a:p>
            <a:pPr>
              <a:defRPr/>
            </a:pPr>
            <a:fld id="{9CF3B6E9-D642-4ECF-BF3C-B883CAD69D13}" type="slidenum">
              <a:rPr lang="de-DE"/>
              <a:pPr>
                <a:defRPr/>
              </a:pPr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22240450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76575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9048" tIns="49524" rIns="99048" bIns="49524" numCol="1" anchor="t" anchorCtr="0" compatLnSpc="1">
            <a:prstTxWarp prst="textNoShape">
              <a:avLst/>
            </a:prstTxWarp>
          </a:bodyPr>
          <a:lstStyle>
            <a:lvl1pPr defTabSz="990600">
              <a:defRPr sz="1300">
                <a:latin typeface="Calibri" pitchFamily="34" charset="0"/>
                <a:ea typeface="ＭＳ Ｐゴシック" pitchFamily="-44" charset="-128"/>
              </a:defRPr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14339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022725" y="0"/>
            <a:ext cx="3076575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9048" tIns="49524" rIns="99048" bIns="49524" numCol="1" anchor="t" anchorCtr="0" compatLnSpc="1">
            <a:prstTxWarp prst="textNoShape">
              <a:avLst/>
            </a:prstTxWarp>
          </a:bodyPr>
          <a:lstStyle>
            <a:lvl1pPr algn="r" defTabSz="990600">
              <a:defRPr sz="1300">
                <a:latin typeface="Calibri" pitchFamily="34" charset="0"/>
                <a:ea typeface="ＭＳ Ｐゴシック" pitchFamily="-44" charset="-128"/>
              </a:defRPr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819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90600" y="768350"/>
            <a:ext cx="5118100" cy="3836988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4341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46150" y="4860925"/>
            <a:ext cx="5207000" cy="46053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9048" tIns="49524" rIns="99048" bIns="49524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de-DE" noProof="0" dirty="0" smtClean="0"/>
              <a:t>Click </a:t>
            </a:r>
            <a:r>
              <a:rPr lang="de-DE" noProof="0" dirty="0" err="1" smtClean="0"/>
              <a:t>to</a:t>
            </a:r>
            <a:r>
              <a:rPr lang="de-DE" noProof="0" dirty="0" smtClean="0"/>
              <a:t> </a:t>
            </a:r>
            <a:r>
              <a:rPr lang="de-DE" noProof="0" dirty="0" err="1" smtClean="0"/>
              <a:t>edit</a:t>
            </a:r>
            <a:r>
              <a:rPr lang="de-DE" noProof="0" dirty="0" smtClean="0"/>
              <a:t> Master </a:t>
            </a:r>
            <a:r>
              <a:rPr lang="de-DE" noProof="0" dirty="0" err="1" smtClean="0"/>
              <a:t>text</a:t>
            </a:r>
            <a:r>
              <a:rPr lang="de-DE" noProof="0" dirty="0" smtClean="0"/>
              <a:t> </a:t>
            </a:r>
            <a:r>
              <a:rPr lang="de-DE" noProof="0" dirty="0" err="1" smtClean="0"/>
              <a:t>styles</a:t>
            </a:r>
            <a:endParaRPr lang="de-DE" noProof="0" dirty="0" smtClean="0"/>
          </a:p>
          <a:p>
            <a:pPr lvl="1"/>
            <a:r>
              <a:rPr lang="de-DE" noProof="0" dirty="0" smtClean="0"/>
              <a:t>Second </a:t>
            </a:r>
            <a:r>
              <a:rPr lang="de-DE" noProof="0" dirty="0" err="1" smtClean="0"/>
              <a:t>level</a:t>
            </a:r>
            <a:endParaRPr lang="de-DE" noProof="0" dirty="0" smtClean="0"/>
          </a:p>
          <a:p>
            <a:pPr lvl="2"/>
            <a:r>
              <a:rPr lang="de-DE" noProof="0" dirty="0" smtClean="0"/>
              <a:t>Third </a:t>
            </a:r>
            <a:r>
              <a:rPr lang="de-DE" noProof="0" dirty="0" err="1" smtClean="0"/>
              <a:t>level</a:t>
            </a:r>
            <a:endParaRPr lang="de-DE" noProof="0" dirty="0" smtClean="0"/>
          </a:p>
          <a:p>
            <a:pPr lvl="3"/>
            <a:r>
              <a:rPr lang="de-DE" noProof="0" dirty="0" err="1" smtClean="0"/>
              <a:t>Fourth</a:t>
            </a:r>
            <a:r>
              <a:rPr lang="de-DE" noProof="0" dirty="0" smtClean="0"/>
              <a:t> </a:t>
            </a:r>
            <a:r>
              <a:rPr lang="de-DE" noProof="0" dirty="0" err="1" smtClean="0"/>
              <a:t>level</a:t>
            </a:r>
            <a:endParaRPr lang="de-DE" noProof="0" dirty="0" smtClean="0"/>
          </a:p>
          <a:p>
            <a:pPr lvl="4"/>
            <a:r>
              <a:rPr lang="de-DE" noProof="0" dirty="0" err="1" smtClean="0"/>
              <a:t>Fifth</a:t>
            </a:r>
            <a:r>
              <a:rPr lang="de-DE" noProof="0" dirty="0" smtClean="0"/>
              <a:t> </a:t>
            </a:r>
            <a:r>
              <a:rPr lang="de-DE" noProof="0" dirty="0" err="1" smtClean="0"/>
              <a:t>level</a:t>
            </a:r>
            <a:endParaRPr lang="de-DE" noProof="0" dirty="0" smtClean="0"/>
          </a:p>
        </p:txBody>
      </p:sp>
      <p:sp>
        <p:nvSpPr>
          <p:cNvPr id="14342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723438"/>
            <a:ext cx="3076575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9048" tIns="49524" rIns="99048" bIns="49524" numCol="1" anchor="b" anchorCtr="0" compatLnSpc="1">
            <a:prstTxWarp prst="textNoShape">
              <a:avLst/>
            </a:prstTxWarp>
          </a:bodyPr>
          <a:lstStyle>
            <a:lvl1pPr defTabSz="990600">
              <a:defRPr sz="1300">
                <a:latin typeface="Calibri" pitchFamily="34" charset="0"/>
                <a:ea typeface="ＭＳ Ｐゴシック" pitchFamily="-44" charset="-128"/>
              </a:defRPr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14343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022725" y="9723438"/>
            <a:ext cx="3076575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9048" tIns="49524" rIns="99048" bIns="49524" numCol="1" anchor="b" anchorCtr="0" compatLnSpc="1">
            <a:prstTxWarp prst="textNoShape">
              <a:avLst/>
            </a:prstTxWarp>
          </a:bodyPr>
          <a:lstStyle>
            <a:lvl1pPr algn="r" defTabSz="990600">
              <a:defRPr sz="1300">
                <a:latin typeface="Calibri" panose="020F0502020204030204" pitchFamily="34" charset="0"/>
              </a:defRPr>
            </a:lvl1pPr>
          </a:lstStyle>
          <a:p>
            <a:pPr>
              <a:defRPr/>
            </a:pPr>
            <a:fld id="{FFE98FE1-0A48-4102-B897-052B018683B5}" type="slidenum">
              <a:rPr lang="de-DE"/>
              <a:pPr>
                <a:defRPr/>
              </a:pPr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94032940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itchFamily="34" charset="0"/>
        <a:ea typeface="MS PGothic" pitchFamily="34" charset="-128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itchFamily="34" charset="0"/>
        <a:ea typeface="MS PGothic" pitchFamily="34" charset="-128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itchFamily="34" charset="0"/>
        <a:ea typeface="MS PGothic" pitchFamily="34" charset="-128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itchFamily="34" charset="0"/>
        <a:ea typeface="MS PGothic" pitchFamily="34" charset="-128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itchFamily="34" charset="0"/>
        <a:ea typeface="MS PGothic" pitchFamily="34" charset="-128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lie mit Fließ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57200" y="125760"/>
            <a:ext cx="8229600" cy="1143000"/>
          </a:xfrm>
        </p:spPr>
        <p:txBody>
          <a:bodyPr/>
          <a:lstStyle>
            <a:lvl1pPr>
              <a:defRPr baseline="0"/>
            </a:lvl1pPr>
          </a:lstStyle>
          <a:p>
            <a:r>
              <a:rPr lang="en-US" dirty="0" smtClean="0"/>
              <a:t>Titelmasterformat durch Klicken bearbeiten</a:t>
            </a:r>
            <a:endParaRPr lang="de-AT" dirty="0"/>
          </a:p>
        </p:txBody>
      </p:sp>
      <p:sp>
        <p:nvSpPr>
          <p:cNvPr id="6" name="Inhaltsplatzhalter 5"/>
          <p:cNvSpPr>
            <a:spLocks noGrp="1"/>
          </p:cNvSpPr>
          <p:nvPr>
            <p:ph sz="quarter" idx="11"/>
          </p:nvPr>
        </p:nvSpPr>
        <p:spPr>
          <a:xfrm>
            <a:off x="467544" y="1268761"/>
            <a:ext cx="8208912" cy="468052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2200"/>
            </a:lvl1pPr>
            <a:lvl2pPr marL="541337" indent="0">
              <a:buNone/>
              <a:defRPr sz="2400"/>
            </a:lvl2pPr>
            <a:lvl3pPr marL="1073150" indent="0">
              <a:buNone/>
              <a:defRPr sz="2200"/>
            </a:lvl3pPr>
            <a:lvl4pPr marL="1436687" indent="0">
              <a:buNone/>
              <a:defRPr/>
            </a:lvl4pPr>
          </a:lstStyle>
          <a:p>
            <a:pPr lvl="0"/>
            <a:r>
              <a:rPr lang="en-US" dirty="0" smtClean="0"/>
              <a:t>Textmasterformate durch Klicken bearbeiten</a:t>
            </a:r>
          </a:p>
        </p:txBody>
      </p:sp>
    </p:spTree>
    <p:extLst>
      <p:ext uri="{BB962C8B-B14F-4D97-AF65-F5344CB8AC3E}">
        <p14:creationId xmlns:p14="http://schemas.microsoft.com/office/powerpoint/2010/main" val="26422336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lie mit Aufzählung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57200" y="125760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 smtClean="0"/>
              <a:t>Titelmasterformat durch Klicken bearbeiten</a:t>
            </a:r>
            <a:endParaRPr lang="de-AT" dirty="0"/>
          </a:p>
        </p:txBody>
      </p:sp>
      <p:sp>
        <p:nvSpPr>
          <p:cNvPr id="6" name="Inhaltsplatzhalter 5"/>
          <p:cNvSpPr>
            <a:spLocks noGrp="1"/>
          </p:cNvSpPr>
          <p:nvPr>
            <p:ph sz="quarter" idx="11"/>
          </p:nvPr>
        </p:nvSpPr>
        <p:spPr>
          <a:xfrm>
            <a:off x="467544" y="1268761"/>
            <a:ext cx="8208912" cy="4680520"/>
          </a:xfrm>
          <a:prstGeom prst="rect">
            <a:avLst/>
          </a:prstGeom>
        </p:spPr>
        <p:txBody>
          <a:bodyPr/>
          <a:lstStyle>
            <a:lvl1pPr marL="514350" indent="-514350">
              <a:buClr>
                <a:schemeClr val="tx1">
                  <a:lumMod val="50000"/>
                  <a:lumOff val="50000"/>
                </a:schemeClr>
              </a:buClr>
              <a:buSzPct val="100000"/>
              <a:buFont typeface="+mj-lt"/>
              <a:buAutoNum type="arabicPeriod"/>
              <a:defRPr sz="2600" baseline="0"/>
            </a:lvl1pPr>
            <a:lvl2pPr marL="998537" indent="-457200">
              <a:buClr>
                <a:schemeClr val="tx1">
                  <a:lumMod val="65000"/>
                  <a:lumOff val="35000"/>
                </a:schemeClr>
              </a:buClr>
              <a:buFont typeface="+mj-lt"/>
              <a:buAutoNum type="alphaLcPeriod"/>
              <a:defRPr sz="2300"/>
            </a:lvl2pPr>
            <a:lvl3pPr marL="1530350" indent="-457200">
              <a:buSzPct val="100000"/>
              <a:buFont typeface="Wingdings" pitchFamily="2" charset="2"/>
              <a:buChar char="§"/>
              <a:defRPr sz="2000" baseline="0"/>
            </a:lvl3pPr>
            <a:lvl4pPr marL="1893887" indent="-457200">
              <a:buFont typeface="+mj-lt"/>
              <a:buAutoNum type="arabicPeriod"/>
              <a:defRPr/>
            </a:lvl4pPr>
          </a:lstStyle>
          <a:p>
            <a:pPr lvl="0"/>
            <a:r>
              <a:rPr lang="en-US" dirty="0" smtClean="0"/>
              <a:t>Textmasterformate durch Klicken bearbeiten</a:t>
            </a:r>
          </a:p>
          <a:p>
            <a:pPr lvl="1"/>
            <a:r>
              <a:rPr lang="en-US" dirty="0" smtClean="0"/>
              <a:t>Zweite Ebene</a:t>
            </a:r>
          </a:p>
          <a:p>
            <a:pPr lvl="2"/>
            <a:r>
              <a:rPr lang="en-US" dirty="0" smtClean="0"/>
              <a:t>Dritte Ebene</a:t>
            </a:r>
          </a:p>
          <a:p>
            <a:pPr lvl="3"/>
            <a:r>
              <a:rPr lang="en-US" dirty="0" smtClean="0"/>
              <a:t>Vierte Ebene</a:t>
            </a:r>
          </a:p>
          <a:p>
            <a:pPr lvl="4"/>
            <a:r>
              <a:rPr lang="en-US" dirty="0" smtClean="0"/>
              <a:t>Fünfte Ebene</a:t>
            </a:r>
            <a:endParaRPr lang="de-DE" dirty="0" smtClean="0"/>
          </a:p>
        </p:txBody>
      </p:sp>
    </p:spTree>
    <p:extLst>
      <p:ext uri="{BB962C8B-B14F-4D97-AF65-F5344CB8AC3E}">
        <p14:creationId xmlns:p14="http://schemas.microsoft.com/office/powerpoint/2010/main" val="350005748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uflist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 smtClean="0"/>
              <a:t>Titelmasterformat durch Klicken bearbeiten</a:t>
            </a:r>
            <a:endParaRPr lang="de-AT" dirty="0"/>
          </a:p>
        </p:txBody>
      </p:sp>
      <p:sp>
        <p:nvSpPr>
          <p:cNvPr id="4" name="Textplatzhalter 3"/>
          <p:cNvSpPr>
            <a:spLocks noGrp="1"/>
          </p:cNvSpPr>
          <p:nvPr>
            <p:ph type="body" sz="quarter" idx="10"/>
          </p:nvPr>
        </p:nvSpPr>
        <p:spPr>
          <a:xfrm>
            <a:off x="468313" y="1268760"/>
            <a:ext cx="8207375" cy="4608165"/>
          </a:xfrm>
          <a:prstGeom prst="rect">
            <a:avLst/>
          </a:prstGeom>
        </p:spPr>
        <p:txBody>
          <a:bodyPr/>
          <a:lstStyle>
            <a:lvl1pPr>
              <a:defRPr sz="2600"/>
            </a:lvl1pPr>
            <a:lvl2pPr>
              <a:defRPr sz="2400"/>
            </a:lvl2pPr>
          </a:lstStyle>
          <a:p>
            <a:pPr lvl="0"/>
            <a:r>
              <a:rPr lang="en-US" dirty="0" smtClean="0"/>
              <a:t>Textmasterformate durch Klicken bearbeiten</a:t>
            </a:r>
          </a:p>
          <a:p>
            <a:pPr lvl="1"/>
            <a:r>
              <a:rPr lang="en-US" dirty="0" smtClean="0"/>
              <a:t>Zweite Ebene</a:t>
            </a:r>
          </a:p>
          <a:p>
            <a:pPr lvl="2"/>
            <a:r>
              <a:rPr lang="en-US" dirty="0" smtClean="0"/>
              <a:t>Dritte Ebene</a:t>
            </a:r>
          </a:p>
          <a:p>
            <a:pPr lvl="3"/>
            <a:r>
              <a:rPr lang="en-US" dirty="0" smtClean="0"/>
              <a:t>Vierte Ebene</a:t>
            </a:r>
          </a:p>
        </p:txBody>
      </p:sp>
    </p:spTree>
    <p:extLst>
      <p:ext uri="{BB962C8B-B14F-4D97-AF65-F5344CB8AC3E}">
        <p14:creationId xmlns:p14="http://schemas.microsoft.com/office/powerpoint/2010/main" val="39843351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enutzerdefinierte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aseline="0"/>
            </a:lvl1pPr>
          </a:lstStyle>
          <a:p>
            <a:r>
              <a:rPr lang="en-US" dirty="0" smtClean="0"/>
              <a:t>Titelmasterformat durch Klicken bearbeiten</a:t>
            </a:r>
            <a:endParaRPr lang="de-AT" dirty="0"/>
          </a:p>
        </p:txBody>
      </p:sp>
    </p:spTree>
    <p:extLst>
      <p:ext uri="{BB962C8B-B14F-4D97-AF65-F5344CB8AC3E}">
        <p14:creationId xmlns:p14="http://schemas.microsoft.com/office/powerpoint/2010/main" val="25976373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752474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57200" y="125413"/>
            <a:ext cx="8229600" cy="1143000"/>
          </a:xfrm>
        </p:spPr>
        <p:txBody>
          <a:bodyPr/>
          <a:lstStyle/>
          <a:p>
            <a:r>
              <a:rPr lang="en-US"/>
              <a:t>Titelmasterformat durch Klicken bearbeiten</a:t>
            </a:r>
            <a:endParaRPr lang="de-DE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Textmasterformate durch Klicken bearbeiten</a:t>
            </a:r>
          </a:p>
          <a:p>
            <a:pPr lvl="1"/>
            <a:r>
              <a:rPr lang="en-US"/>
              <a:t>Zweite Ebene</a:t>
            </a:r>
          </a:p>
          <a:p>
            <a:pPr lvl="2"/>
            <a:r>
              <a:rPr lang="en-US"/>
              <a:t>Dritte Ebene</a:t>
            </a:r>
          </a:p>
          <a:p>
            <a:pPr lvl="3"/>
            <a:r>
              <a:rPr lang="en-US"/>
              <a:t>Vierte Ebene</a:t>
            </a:r>
          </a:p>
          <a:p>
            <a:pPr lvl="4"/>
            <a:r>
              <a:rPr lang="en-US"/>
              <a:t>Fünfte Ebene</a:t>
            </a: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8425963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de-DE" smtClean="0"/>
              <a:t>Titelmasterformat durch Klicken bearbeiten</a:t>
            </a:r>
            <a:endParaRPr lang="de-AT"/>
          </a:p>
        </p:txBody>
      </p:sp>
      <p:sp>
        <p:nvSpPr>
          <p:cNvPr id="3" name="Untertitel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de-DE" smtClean="0"/>
              <a:t>Formatvorlage des Untertitelmasters durch Klicken bearbeiten</a:t>
            </a:r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10397463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>
            <a:lvl1pPr>
              <a:defRPr>
                <a:latin typeface="Calibri" pitchFamily="34" charset="0"/>
              </a:defRPr>
            </a:lvl1pPr>
          </a:lstStyle>
          <a:p>
            <a:r>
              <a:rPr lang="de-DE" dirty="0" smtClean="0"/>
              <a:t>Titelmasterformat durch Klicken bearbeiten</a:t>
            </a:r>
            <a:endParaRPr lang="de-AT" dirty="0"/>
          </a:p>
        </p:txBody>
      </p:sp>
      <p:sp>
        <p:nvSpPr>
          <p:cNvPr id="3" name="Untertitel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latin typeface="Calibri" pitchFamily="34" charset="0"/>
              </a:defRPr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de-DE" dirty="0" smtClean="0"/>
              <a:t>Formatvorlage des Untertitelmasters durch Klicken bearbeiten</a:t>
            </a:r>
            <a:endParaRPr lang="de-AT" dirty="0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1F5A622-F1C9-471E-A045-917856562A91}" type="slidenum">
              <a:rPr lang="de-DE"/>
              <a:pPr>
                <a:defRPr/>
              </a:pPr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944656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Calibri" pitchFamily="34" charset="0"/>
              </a:defRPr>
            </a:lvl1pPr>
          </a:lstStyle>
          <a:p>
            <a:r>
              <a:rPr lang="de-DE" dirty="0" smtClean="0"/>
              <a:t>Titelmasterformat durch Klicken bearbeiten</a:t>
            </a:r>
            <a:endParaRPr lang="de-AT" dirty="0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latin typeface="Calibri" pitchFamily="34" charset="0"/>
              </a:defRPr>
            </a:lvl1pPr>
            <a:lvl2pPr>
              <a:defRPr>
                <a:latin typeface="Calibri" pitchFamily="34" charset="0"/>
              </a:defRPr>
            </a:lvl2pPr>
            <a:lvl3pPr>
              <a:defRPr>
                <a:latin typeface="Calibri" pitchFamily="34" charset="0"/>
              </a:defRPr>
            </a:lvl3pPr>
            <a:lvl4pPr>
              <a:defRPr>
                <a:latin typeface="Calibri" pitchFamily="34" charset="0"/>
              </a:defRPr>
            </a:lvl4pPr>
            <a:lvl5pPr>
              <a:defRPr>
                <a:latin typeface="Calibri" pitchFamily="34" charset="0"/>
              </a:defRPr>
            </a:lvl5pPr>
          </a:lstStyle>
          <a:p>
            <a:pPr lvl="0"/>
            <a:r>
              <a:rPr lang="de-DE" dirty="0" smtClean="0"/>
              <a:t>Textmasterformate durch Klicken bearbeiten</a:t>
            </a:r>
          </a:p>
          <a:p>
            <a:pPr lvl="1"/>
            <a:r>
              <a:rPr lang="de-DE" dirty="0" smtClean="0"/>
              <a:t>Zweite Ebene</a:t>
            </a:r>
          </a:p>
          <a:p>
            <a:pPr lvl="2"/>
            <a:r>
              <a:rPr lang="de-DE" dirty="0" smtClean="0"/>
              <a:t>Dritte Ebene</a:t>
            </a:r>
          </a:p>
          <a:p>
            <a:pPr lvl="3"/>
            <a:r>
              <a:rPr lang="de-DE" dirty="0" smtClean="0"/>
              <a:t>Vierte Ebene</a:t>
            </a:r>
          </a:p>
          <a:p>
            <a:pPr lvl="4"/>
            <a:r>
              <a:rPr lang="de-DE" dirty="0" smtClean="0"/>
              <a:t>Fünfte Ebene</a:t>
            </a:r>
            <a:endParaRPr lang="de-AT" dirty="0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9C30192-98C0-4F7E-8A6C-3464491936DF}" type="slidenum">
              <a:rPr lang="de-DE"/>
              <a:pPr>
                <a:defRPr/>
              </a:pPr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75478755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>
                <a:latin typeface="Calibri" pitchFamily="34" charset="0"/>
              </a:defRPr>
            </a:lvl1pPr>
          </a:lstStyle>
          <a:p>
            <a:r>
              <a:rPr lang="de-DE" dirty="0" smtClean="0"/>
              <a:t>Titelmasterformat durch Klicken bearbeiten</a:t>
            </a:r>
            <a:endParaRPr lang="de-AT" dirty="0"/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latin typeface="Calibri" pitchFamily="34" charset="0"/>
              </a:defRPr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de-DE" dirty="0" smtClean="0"/>
              <a:t>Textmasterformate durch Klicken bearbeiten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C863292-49DA-4525-9402-623268582AAA}" type="slidenum">
              <a:rPr lang="de-DE"/>
              <a:pPr>
                <a:defRPr/>
              </a:pPr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2102047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Calibri" pitchFamily="34" charset="0"/>
              </a:defRPr>
            </a:lvl1pPr>
          </a:lstStyle>
          <a:p>
            <a:r>
              <a:rPr lang="de-DE" dirty="0" smtClean="0"/>
              <a:t>Titelmasterformat durch Klicken bearbeiten</a:t>
            </a:r>
            <a:endParaRPr lang="de-AT" dirty="0"/>
          </a:p>
        </p:txBody>
      </p:sp>
      <p:sp>
        <p:nvSpPr>
          <p:cNvPr id="3" name="Inhaltsplatzhalter 2"/>
          <p:cNvSpPr>
            <a:spLocks noGrp="1"/>
          </p:cNvSpPr>
          <p:nvPr>
            <p:ph sz="half" idx="1"/>
          </p:nvPr>
        </p:nvSpPr>
        <p:spPr>
          <a:xfrm>
            <a:off x="685800" y="1295400"/>
            <a:ext cx="3810000" cy="5029200"/>
          </a:xfrm>
        </p:spPr>
        <p:txBody>
          <a:bodyPr/>
          <a:lstStyle>
            <a:lvl1pPr>
              <a:defRPr sz="2800">
                <a:latin typeface="Calibri" pitchFamily="34" charset="0"/>
              </a:defRPr>
            </a:lvl1pPr>
            <a:lvl2pPr>
              <a:defRPr sz="2400">
                <a:latin typeface="Calibri" pitchFamily="34" charset="0"/>
              </a:defRPr>
            </a:lvl2pPr>
            <a:lvl3pPr>
              <a:defRPr sz="2000">
                <a:latin typeface="Calibri" pitchFamily="34" charset="0"/>
              </a:defRPr>
            </a:lvl3pPr>
            <a:lvl4pPr>
              <a:defRPr sz="1800">
                <a:latin typeface="Calibri" pitchFamily="34" charset="0"/>
              </a:defRPr>
            </a:lvl4pPr>
            <a:lvl5pPr>
              <a:defRPr sz="1800">
                <a:latin typeface="Calibri" pitchFamily="34" charset="0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de-DE" dirty="0" smtClean="0"/>
              <a:t>Textmasterformate durch Klicken bearbeiten</a:t>
            </a:r>
          </a:p>
          <a:p>
            <a:pPr lvl="1"/>
            <a:r>
              <a:rPr lang="de-DE" dirty="0" smtClean="0"/>
              <a:t>Zweite Ebene</a:t>
            </a:r>
          </a:p>
          <a:p>
            <a:pPr lvl="2"/>
            <a:r>
              <a:rPr lang="de-DE" dirty="0" smtClean="0"/>
              <a:t>Dritte Ebene</a:t>
            </a:r>
          </a:p>
          <a:p>
            <a:pPr lvl="3"/>
            <a:r>
              <a:rPr lang="de-DE" dirty="0" smtClean="0"/>
              <a:t>Vierte Ebene</a:t>
            </a:r>
          </a:p>
          <a:p>
            <a:pPr lvl="4"/>
            <a:r>
              <a:rPr lang="de-DE" dirty="0" smtClean="0"/>
              <a:t>Fünfte Ebene</a:t>
            </a:r>
            <a:endParaRPr lang="de-AT" dirty="0"/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4648200" y="1295400"/>
            <a:ext cx="3810000" cy="5029200"/>
          </a:xfrm>
        </p:spPr>
        <p:txBody>
          <a:bodyPr/>
          <a:lstStyle>
            <a:lvl1pPr>
              <a:defRPr sz="2800">
                <a:latin typeface="Calibri" pitchFamily="34" charset="0"/>
              </a:defRPr>
            </a:lvl1pPr>
            <a:lvl2pPr>
              <a:defRPr sz="2400">
                <a:latin typeface="Calibri" pitchFamily="34" charset="0"/>
              </a:defRPr>
            </a:lvl2pPr>
            <a:lvl3pPr>
              <a:defRPr sz="2000">
                <a:latin typeface="Calibri" pitchFamily="34" charset="0"/>
              </a:defRPr>
            </a:lvl3pPr>
            <a:lvl4pPr>
              <a:defRPr sz="1800">
                <a:latin typeface="Calibri" pitchFamily="34" charset="0"/>
              </a:defRPr>
            </a:lvl4pPr>
            <a:lvl5pPr>
              <a:defRPr sz="1800">
                <a:latin typeface="Calibri" pitchFamily="34" charset="0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de-DE" dirty="0" smtClean="0"/>
              <a:t>Textmasterformate durch Klicken bearbeiten</a:t>
            </a:r>
          </a:p>
          <a:p>
            <a:pPr lvl="1"/>
            <a:r>
              <a:rPr lang="de-DE" dirty="0" smtClean="0"/>
              <a:t>Zweite Ebene</a:t>
            </a:r>
          </a:p>
          <a:p>
            <a:pPr lvl="2"/>
            <a:r>
              <a:rPr lang="de-DE" dirty="0" smtClean="0"/>
              <a:t>Dritte Ebene</a:t>
            </a:r>
          </a:p>
          <a:p>
            <a:pPr lvl="3"/>
            <a:r>
              <a:rPr lang="de-DE" dirty="0" smtClean="0"/>
              <a:t>Vierte Ebene</a:t>
            </a:r>
          </a:p>
          <a:p>
            <a:pPr lvl="4"/>
            <a:r>
              <a:rPr lang="de-DE" dirty="0" smtClean="0"/>
              <a:t>Fünfte Ebene</a:t>
            </a:r>
            <a:endParaRPr lang="de-AT" dirty="0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F251968-5547-49E2-8B03-0928F3E4D0F8}" type="slidenum">
              <a:rPr lang="de-DE"/>
              <a:pPr>
                <a:defRPr/>
              </a:pPr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54482977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>
                <a:latin typeface="Calibri" pitchFamily="34" charset="0"/>
              </a:defRPr>
            </a:lvl1pPr>
          </a:lstStyle>
          <a:p>
            <a:r>
              <a:rPr lang="de-DE" dirty="0" smtClean="0"/>
              <a:t>Titelmasterformat durch Klicken bearbeiten</a:t>
            </a:r>
            <a:endParaRPr lang="de-AT" dirty="0"/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>
                <a:latin typeface="Calibri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 dirty="0" smtClean="0"/>
              <a:t>Textmasterformate durch Klicken bearbeiten</a:t>
            </a:r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>
                <a:latin typeface="Calibri" pitchFamily="34" charset="0"/>
              </a:defRPr>
            </a:lvl1pPr>
            <a:lvl2pPr>
              <a:defRPr sz="2000">
                <a:latin typeface="Calibri" pitchFamily="34" charset="0"/>
              </a:defRPr>
            </a:lvl2pPr>
            <a:lvl3pPr>
              <a:defRPr sz="1800">
                <a:latin typeface="Calibri" pitchFamily="34" charset="0"/>
              </a:defRPr>
            </a:lvl3pPr>
            <a:lvl4pPr>
              <a:defRPr sz="1600">
                <a:latin typeface="Calibri" pitchFamily="34" charset="0"/>
              </a:defRPr>
            </a:lvl4pPr>
            <a:lvl5pPr>
              <a:defRPr sz="1600">
                <a:latin typeface="Calibri" pitchFamily="34" charset="0"/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de-DE" dirty="0" smtClean="0"/>
              <a:t>Textmasterformate durch Klicken bearbeiten</a:t>
            </a:r>
          </a:p>
          <a:p>
            <a:pPr lvl="1"/>
            <a:r>
              <a:rPr lang="de-DE" dirty="0" smtClean="0"/>
              <a:t>Zweite Ebene</a:t>
            </a:r>
          </a:p>
          <a:p>
            <a:pPr lvl="2"/>
            <a:r>
              <a:rPr lang="de-DE" dirty="0" smtClean="0"/>
              <a:t>Dritte Ebene</a:t>
            </a:r>
          </a:p>
          <a:p>
            <a:pPr lvl="3"/>
            <a:r>
              <a:rPr lang="de-DE" dirty="0" smtClean="0"/>
              <a:t>Vierte Ebene</a:t>
            </a:r>
          </a:p>
          <a:p>
            <a:pPr lvl="4"/>
            <a:r>
              <a:rPr lang="de-DE" dirty="0" smtClean="0"/>
              <a:t>Fünfte Ebene</a:t>
            </a:r>
            <a:endParaRPr lang="de-AT" dirty="0"/>
          </a:p>
        </p:txBody>
      </p:sp>
      <p:sp>
        <p:nvSpPr>
          <p:cNvPr id="5" name="Textplatzhalt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>
                <a:latin typeface="Calibri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 dirty="0" smtClean="0"/>
              <a:t>Textmasterformate durch Klicken bearbeiten</a:t>
            </a:r>
          </a:p>
        </p:txBody>
      </p:sp>
      <p:sp>
        <p:nvSpPr>
          <p:cNvPr id="6" name="Inhaltsplatzhalt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>
                <a:latin typeface="Calibri" pitchFamily="34" charset="0"/>
              </a:defRPr>
            </a:lvl1pPr>
            <a:lvl2pPr>
              <a:defRPr sz="2000">
                <a:latin typeface="Calibri" pitchFamily="34" charset="0"/>
              </a:defRPr>
            </a:lvl2pPr>
            <a:lvl3pPr>
              <a:defRPr sz="1800">
                <a:latin typeface="Calibri" pitchFamily="34" charset="0"/>
              </a:defRPr>
            </a:lvl3pPr>
            <a:lvl4pPr>
              <a:defRPr sz="1600">
                <a:latin typeface="Calibri" pitchFamily="34" charset="0"/>
              </a:defRPr>
            </a:lvl4pPr>
            <a:lvl5pPr>
              <a:defRPr sz="1600">
                <a:latin typeface="Calibri" pitchFamily="34" charset="0"/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de-DE" dirty="0" smtClean="0"/>
              <a:t>Textmasterformate durch Klicken bearbeiten</a:t>
            </a:r>
          </a:p>
          <a:p>
            <a:pPr lvl="1"/>
            <a:r>
              <a:rPr lang="de-DE" dirty="0" smtClean="0"/>
              <a:t>Zweite Ebene</a:t>
            </a:r>
          </a:p>
          <a:p>
            <a:pPr lvl="2"/>
            <a:r>
              <a:rPr lang="de-DE" dirty="0" smtClean="0"/>
              <a:t>Dritte Ebene</a:t>
            </a:r>
          </a:p>
          <a:p>
            <a:pPr lvl="3"/>
            <a:r>
              <a:rPr lang="de-DE" dirty="0" smtClean="0"/>
              <a:t>Vierte Ebene</a:t>
            </a:r>
          </a:p>
          <a:p>
            <a:pPr lvl="4"/>
            <a:r>
              <a:rPr lang="de-DE" dirty="0" smtClean="0"/>
              <a:t>Fünfte Ebene</a:t>
            </a:r>
            <a:endParaRPr lang="de-AT" dirty="0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59C8015-81C4-4497-B385-CB5052A6A8F9}" type="slidenum">
              <a:rPr lang="de-DE"/>
              <a:pPr>
                <a:defRPr/>
              </a:pPr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59356479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Calibri" pitchFamily="34" charset="0"/>
              </a:defRPr>
            </a:lvl1pPr>
          </a:lstStyle>
          <a:p>
            <a:r>
              <a:rPr lang="de-DE" dirty="0" smtClean="0"/>
              <a:t>Titelmasterformat durch Klicken bearbeiten</a:t>
            </a:r>
            <a:endParaRPr lang="de-AT" dirty="0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F8A2FB3-8338-4369-991F-FEB1EBA3B087}" type="slidenum">
              <a:rPr lang="de-DE"/>
              <a:pPr>
                <a:defRPr/>
              </a:pPr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11606527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7064E4B-FB0E-4C04-9484-AE12EAAF4163}" type="slidenum">
              <a:rPr lang="de-DE"/>
              <a:pPr>
                <a:defRPr/>
              </a:pPr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86678487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>
                <a:latin typeface="Calibri" pitchFamily="34" charset="0"/>
              </a:defRPr>
            </a:lvl1pPr>
          </a:lstStyle>
          <a:p>
            <a:r>
              <a:rPr lang="de-DE" dirty="0" smtClean="0"/>
              <a:t>Titelmasterformat durch Klicken bearbeiten</a:t>
            </a:r>
            <a:endParaRPr lang="de-AT" dirty="0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>
                <a:latin typeface="Calibri" pitchFamily="34" charset="0"/>
              </a:defRPr>
            </a:lvl1pPr>
            <a:lvl2pPr>
              <a:defRPr sz="2800">
                <a:latin typeface="Calibri" pitchFamily="34" charset="0"/>
              </a:defRPr>
            </a:lvl2pPr>
            <a:lvl3pPr>
              <a:defRPr sz="2400">
                <a:latin typeface="Calibri" pitchFamily="34" charset="0"/>
              </a:defRPr>
            </a:lvl3pPr>
            <a:lvl4pPr>
              <a:defRPr sz="2000">
                <a:latin typeface="Calibri" pitchFamily="34" charset="0"/>
              </a:defRPr>
            </a:lvl4pPr>
            <a:lvl5pPr>
              <a:defRPr sz="2000">
                <a:latin typeface="Calibri" pitchFamily="34" charset="0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 dirty="0" smtClean="0"/>
              <a:t>Textmasterformate durch Klicken bearbeiten</a:t>
            </a:r>
          </a:p>
          <a:p>
            <a:pPr lvl="1"/>
            <a:r>
              <a:rPr lang="de-DE" dirty="0" smtClean="0"/>
              <a:t>Zweite Ebene</a:t>
            </a:r>
          </a:p>
          <a:p>
            <a:pPr lvl="2"/>
            <a:r>
              <a:rPr lang="de-DE" dirty="0" smtClean="0"/>
              <a:t>Dritte Ebene</a:t>
            </a:r>
          </a:p>
          <a:p>
            <a:pPr lvl="3"/>
            <a:r>
              <a:rPr lang="de-DE" dirty="0" smtClean="0"/>
              <a:t>Vierte Ebene</a:t>
            </a:r>
          </a:p>
          <a:p>
            <a:pPr lvl="4"/>
            <a:r>
              <a:rPr lang="de-DE" dirty="0" smtClean="0"/>
              <a:t>Fünfte Ebene</a:t>
            </a:r>
            <a:endParaRPr lang="de-AT" dirty="0"/>
          </a:p>
        </p:txBody>
      </p:sp>
      <p:sp>
        <p:nvSpPr>
          <p:cNvPr id="4" name="Textplatzhalt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>
                <a:latin typeface="Calibri" pitchFamily="34" charset="0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e-DE" dirty="0" smtClean="0"/>
              <a:t>Textmasterformate durch Klicken bearbeiten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D963C3D-F54B-46CA-859D-EE0B596AC3E5}" type="slidenum">
              <a:rPr lang="de-DE"/>
              <a:pPr>
                <a:defRPr/>
              </a:pPr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56687560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>
                <a:latin typeface="Calibri" pitchFamily="34" charset="0"/>
              </a:defRPr>
            </a:lvl1pPr>
          </a:lstStyle>
          <a:p>
            <a:r>
              <a:rPr lang="de-DE" dirty="0" smtClean="0"/>
              <a:t>Titelmasterformat durch Klicken bearbeiten</a:t>
            </a:r>
            <a:endParaRPr lang="de-AT" dirty="0"/>
          </a:p>
        </p:txBody>
      </p:sp>
      <p:sp>
        <p:nvSpPr>
          <p:cNvPr id="3" name="Bildplatzhalt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>
                <a:latin typeface="Calibri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de-AT" noProof="0" dirty="0" smtClean="0"/>
          </a:p>
        </p:txBody>
      </p:sp>
      <p:sp>
        <p:nvSpPr>
          <p:cNvPr id="4" name="Textplatzhalt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>
                <a:latin typeface="Calibri" pitchFamily="34" charset="0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e-DE" dirty="0" smtClean="0"/>
              <a:t>Textmasterformate durch Klicken bearbeiten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54D00F0-27DA-4B34-B6A6-708776BF7872}" type="slidenum">
              <a:rPr lang="de-DE"/>
              <a:pPr>
                <a:defRPr/>
              </a:pPr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42927554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Calibri" pitchFamily="34" charset="0"/>
              </a:defRPr>
            </a:lvl1pPr>
          </a:lstStyle>
          <a:p>
            <a:r>
              <a:rPr lang="de-DE" dirty="0" smtClean="0"/>
              <a:t>Titelmasterformat durch Klicken bearbeiten</a:t>
            </a:r>
            <a:endParaRPr lang="de-AT" dirty="0"/>
          </a:p>
        </p:txBody>
      </p:sp>
      <p:sp>
        <p:nvSpPr>
          <p:cNvPr id="3" name="Vertikaler Textplatzhalt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lvl1pPr>
              <a:defRPr>
                <a:latin typeface="Calibri" pitchFamily="34" charset="0"/>
              </a:defRPr>
            </a:lvl1pPr>
            <a:lvl2pPr>
              <a:defRPr>
                <a:latin typeface="Calibri" pitchFamily="34" charset="0"/>
              </a:defRPr>
            </a:lvl2pPr>
            <a:lvl3pPr>
              <a:defRPr>
                <a:latin typeface="Calibri" pitchFamily="34" charset="0"/>
              </a:defRPr>
            </a:lvl3pPr>
            <a:lvl4pPr>
              <a:defRPr>
                <a:latin typeface="Calibri" pitchFamily="34" charset="0"/>
              </a:defRPr>
            </a:lvl4pPr>
            <a:lvl5pPr>
              <a:defRPr>
                <a:latin typeface="Calibri" pitchFamily="34" charset="0"/>
              </a:defRPr>
            </a:lvl5pPr>
          </a:lstStyle>
          <a:p>
            <a:pPr lvl="0"/>
            <a:r>
              <a:rPr lang="de-DE" dirty="0" smtClean="0"/>
              <a:t>Textmasterformate durch Klicken bearbeiten</a:t>
            </a:r>
          </a:p>
          <a:p>
            <a:pPr lvl="1"/>
            <a:r>
              <a:rPr lang="de-DE" dirty="0" smtClean="0"/>
              <a:t>Zweite Ebene</a:t>
            </a:r>
          </a:p>
          <a:p>
            <a:pPr lvl="2"/>
            <a:r>
              <a:rPr lang="de-DE" dirty="0" smtClean="0"/>
              <a:t>Dritte Ebene</a:t>
            </a:r>
          </a:p>
          <a:p>
            <a:pPr lvl="3"/>
            <a:r>
              <a:rPr lang="de-DE" dirty="0" smtClean="0"/>
              <a:t>Vierte Ebene</a:t>
            </a:r>
          </a:p>
          <a:p>
            <a:pPr lvl="4"/>
            <a:r>
              <a:rPr lang="de-DE" dirty="0" smtClean="0"/>
              <a:t>Fünfte Ebene</a:t>
            </a:r>
            <a:endParaRPr lang="de-AT" dirty="0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1171969-BFBC-4D67-8A36-3BF725D43CA6}" type="slidenum">
              <a:rPr lang="de-DE"/>
              <a:pPr>
                <a:defRPr/>
              </a:pPr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049429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/>
          <p:cNvSpPr>
            <a:spLocks noGrp="1"/>
          </p:cNvSpPr>
          <p:nvPr>
            <p:ph type="title" orient="vert"/>
          </p:nvPr>
        </p:nvSpPr>
        <p:spPr>
          <a:xfrm>
            <a:off x="6515100" y="457200"/>
            <a:ext cx="1943100" cy="5867400"/>
          </a:xfrm>
        </p:spPr>
        <p:txBody>
          <a:bodyPr vert="eaVert"/>
          <a:lstStyle>
            <a:lvl1pPr>
              <a:defRPr>
                <a:latin typeface="Calibri" pitchFamily="34" charset="0"/>
              </a:defRPr>
            </a:lvl1pPr>
          </a:lstStyle>
          <a:p>
            <a:r>
              <a:rPr lang="de-DE" dirty="0" smtClean="0"/>
              <a:t>Titelmasterformat durch Klicken bearbeiten</a:t>
            </a:r>
            <a:endParaRPr lang="de-AT" dirty="0"/>
          </a:p>
        </p:txBody>
      </p:sp>
      <p:sp>
        <p:nvSpPr>
          <p:cNvPr id="3" name="Vertikaler Textplatzhalter 2"/>
          <p:cNvSpPr>
            <a:spLocks noGrp="1"/>
          </p:cNvSpPr>
          <p:nvPr>
            <p:ph type="body" orient="vert" idx="1"/>
          </p:nvPr>
        </p:nvSpPr>
        <p:spPr>
          <a:xfrm>
            <a:off x="685800" y="457200"/>
            <a:ext cx="5676900" cy="5867400"/>
          </a:xfrm>
        </p:spPr>
        <p:txBody>
          <a:bodyPr vert="eaVert"/>
          <a:lstStyle>
            <a:lvl1pPr>
              <a:defRPr>
                <a:latin typeface="Calibri" pitchFamily="34" charset="0"/>
              </a:defRPr>
            </a:lvl1pPr>
            <a:lvl2pPr>
              <a:defRPr>
                <a:latin typeface="Calibri" pitchFamily="34" charset="0"/>
              </a:defRPr>
            </a:lvl2pPr>
            <a:lvl3pPr>
              <a:defRPr>
                <a:latin typeface="Calibri" pitchFamily="34" charset="0"/>
              </a:defRPr>
            </a:lvl3pPr>
            <a:lvl4pPr>
              <a:defRPr>
                <a:latin typeface="Calibri" pitchFamily="34" charset="0"/>
              </a:defRPr>
            </a:lvl4pPr>
            <a:lvl5pPr>
              <a:defRPr>
                <a:latin typeface="Calibri" pitchFamily="34" charset="0"/>
              </a:defRPr>
            </a:lvl5pPr>
          </a:lstStyle>
          <a:p>
            <a:pPr lvl="0"/>
            <a:r>
              <a:rPr lang="de-DE" dirty="0" smtClean="0"/>
              <a:t>Textmasterformate durch Klicken bearbeiten</a:t>
            </a:r>
          </a:p>
          <a:p>
            <a:pPr lvl="1"/>
            <a:r>
              <a:rPr lang="de-DE" dirty="0" smtClean="0"/>
              <a:t>Zweite Ebene</a:t>
            </a:r>
          </a:p>
          <a:p>
            <a:pPr lvl="2"/>
            <a:r>
              <a:rPr lang="de-DE" dirty="0" smtClean="0"/>
              <a:t>Dritte Ebene</a:t>
            </a:r>
          </a:p>
          <a:p>
            <a:pPr lvl="3"/>
            <a:r>
              <a:rPr lang="de-DE" dirty="0" smtClean="0"/>
              <a:t>Vierte Ebene</a:t>
            </a:r>
          </a:p>
          <a:p>
            <a:pPr lvl="4"/>
            <a:r>
              <a:rPr lang="de-DE" dirty="0" smtClean="0"/>
              <a:t>Fünfte Ebene</a:t>
            </a:r>
            <a:endParaRPr lang="de-AT" dirty="0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CE883D5-AA45-499B-8E32-7E294E667CBF}" type="slidenum">
              <a:rPr lang="de-DE"/>
              <a:pPr>
                <a:defRPr/>
              </a:pPr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97167520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 txBox="1">
            <a:spLocks noChangeArrowheads="1"/>
          </p:cNvSpPr>
          <p:nvPr userDrawn="1"/>
        </p:nvSpPr>
        <p:spPr bwMode="auto">
          <a:xfrm>
            <a:off x="363538" y="104775"/>
            <a:ext cx="8537575" cy="685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-4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pitchFamily="-4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-4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-4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-4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-4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-4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-4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-44" charset="-128"/>
              </a:defRPr>
            </a:lvl9pPr>
          </a:lstStyle>
          <a:p>
            <a:pPr eaLnBrk="1" hangingPunct="1">
              <a:defRPr/>
            </a:pPr>
            <a:endParaRPr lang="de-AT" sz="3200" dirty="0" smtClean="0">
              <a:solidFill>
                <a:schemeClr val="tx2"/>
              </a:solidFill>
              <a:latin typeface="Calibri" pitchFamily="34" charset="0"/>
              <a:cs typeface="Calibri" pitchFamily="34" charset="0"/>
            </a:endParaRPr>
          </a:p>
        </p:txBody>
      </p:sp>
      <p:sp>
        <p:nvSpPr>
          <p:cNvPr id="8" name="Inhaltsplatzhalter 2"/>
          <p:cNvSpPr>
            <a:spLocks noGrp="1"/>
          </p:cNvSpPr>
          <p:nvPr>
            <p:ph idx="1"/>
          </p:nvPr>
        </p:nvSpPr>
        <p:spPr>
          <a:xfrm>
            <a:off x="285720" y="1285860"/>
            <a:ext cx="8572560" cy="5038740"/>
          </a:xfrm>
        </p:spPr>
        <p:txBody>
          <a:bodyPr/>
          <a:lstStyle>
            <a:lvl1pPr>
              <a:defRPr>
                <a:latin typeface="Calibri" pitchFamily="34" charset="0"/>
              </a:defRPr>
            </a:lvl1pPr>
            <a:lvl2pPr>
              <a:defRPr>
                <a:latin typeface="Calibri" pitchFamily="34" charset="0"/>
              </a:defRPr>
            </a:lvl2pPr>
            <a:lvl3pPr>
              <a:defRPr>
                <a:latin typeface="Calibri" pitchFamily="34" charset="0"/>
              </a:defRPr>
            </a:lvl3pPr>
            <a:lvl4pPr>
              <a:defRPr>
                <a:latin typeface="Calibri" pitchFamily="34" charset="0"/>
              </a:defRPr>
            </a:lvl4pPr>
            <a:lvl5pPr>
              <a:defRPr>
                <a:latin typeface="Calibri" pitchFamily="34" charset="0"/>
              </a:defRPr>
            </a:lvl5pPr>
          </a:lstStyle>
          <a:p>
            <a:pPr lvl="0"/>
            <a:r>
              <a:rPr lang="de-DE" dirty="0" smtClean="0"/>
              <a:t>Textmasterformate durch Klicken bearbeiten</a:t>
            </a:r>
          </a:p>
          <a:p>
            <a:pPr lvl="1"/>
            <a:r>
              <a:rPr lang="de-DE" dirty="0" smtClean="0"/>
              <a:t>Zweite Ebene</a:t>
            </a:r>
          </a:p>
          <a:p>
            <a:pPr lvl="2"/>
            <a:r>
              <a:rPr lang="de-DE" dirty="0" smtClean="0"/>
              <a:t>Dritte Ebene</a:t>
            </a:r>
          </a:p>
          <a:p>
            <a:pPr lvl="3"/>
            <a:r>
              <a:rPr lang="de-DE" dirty="0" smtClean="0"/>
              <a:t>Vierte Ebene</a:t>
            </a:r>
          </a:p>
          <a:p>
            <a:pPr lvl="4"/>
            <a:r>
              <a:rPr lang="de-DE" dirty="0" smtClean="0"/>
              <a:t>Fünfte Ebene</a:t>
            </a:r>
            <a:endParaRPr lang="de-AT" dirty="0"/>
          </a:p>
        </p:txBody>
      </p:sp>
    </p:spTree>
    <p:extLst>
      <p:ext uri="{BB962C8B-B14F-4D97-AF65-F5344CB8AC3E}">
        <p14:creationId xmlns:p14="http://schemas.microsoft.com/office/powerpoint/2010/main" val="21000612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image" Target="../media/image2.jpeg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1.jpeg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5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0.xml"/><Relationship Id="rId7" Type="http://schemas.openxmlformats.org/officeDocument/2006/relationships/slideLayout" Target="../slideLayouts/slideLayout14.xml"/><Relationship Id="rId12" Type="http://schemas.openxmlformats.org/officeDocument/2006/relationships/slideLayout" Target="../slideLayouts/slideLayout19.xml"/><Relationship Id="rId2" Type="http://schemas.openxmlformats.org/officeDocument/2006/relationships/slideLayout" Target="../slideLayouts/slideLayout9.xml"/><Relationship Id="rId1" Type="http://schemas.openxmlformats.org/officeDocument/2006/relationships/slideLayout" Target="../slideLayouts/slideLayout8.xml"/><Relationship Id="rId6" Type="http://schemas.openxmlformats.org/officeDocument/2006/relationships/slideLayout" Target="../slideLayouts/slideLayout13.xml"/><Relationship Id="rId11" Type="http://schemas.openxmlformats.org/officeDocument/2006/relationships/slideLayout" Target="../slideLayouts/slideLayout18.xml"/><Relationship Id="rId5" Type="http://schemas.openxmlformats.org/officeDocument/2006/relationships/slideLayout" Target="../slideLayouts/slideLayout12.xml"/><Relationship Id="rId10" Type="http://schemas.openxmlformats.org/officeDocument/2006/relationships/slideLayout" Target="../slideLayouts/slideLayout17.xml"/><Relationship Id="rId4" Type="http://schemas.openxmlformats.org/officeDocument/2006/relationships/slideLayout" Target="../slideLayouts/slideLayout11.xml"/><Relationship Id="rId9" Type="http://schemas.openxmlformats.org/officeDocument/2006/relationships/slideLayout" Target="../slideLayouts/slideLayout1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0">
          <a:blip r:embed="rId9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hteck 9"/>
          <p:cNvSpPr/>
          <p:nvPr userDrawn="1"/>
        </p:nvSpPr>
        <p:spPr>
          <a:xfrm>
            <a:off x="-7455" y="-12449"/>
            <a:ext cx="9252520" cy="849161"/>
          </a:xfrm>
          <a:prstGeom prst="rect">
            <a:avLst/>
          </a:prstGeom>
          <a:gradFill flip="none" rotWithShape="1">
            <a:gsLst>
              <a:gs pos="27000">
                <a:srgbClr val="4879B4"/>
              </a:gs>
              <a:gs pos="0">
                <a:schemeClr val="tx2"/>
              </a:gs>
              <a:gs pos="50000">
                <a:schemeClr val="accent1"/>
              </a:gs>
              <a:gs pos="100000">
                <a:schemeClr val="tx2"/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de-AT"/>
          </a:p>
        </p:txBody>
      </p:sp>
      <p:pic>
        <p:nvPicPr>
          <p:cNvPr id="2053" name="Grafik 6"/>
          <p:cNvPicPr>
            <a:picLocks noChangeAspect="1"/>
          </p:cNvPicPr>
          <p:nvPr userDrawn="1"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16688" y="6259513"/>
            <a:ext cx="2281237" cy="338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Titelplatzhalter 4"/>
          <p:cNvSpPr>
            <a:spLocks noGrp="1"/>
          </p:cNvSpPr>
          <p:nvPr>
            <p:ph type="title"/>
          </p:nvPr>
        </p:nvSpPr>
        <p:spPr>
          <a:xfrm>
            <a:off x="457200" y="125413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de-DE" dirty="0" smtClean="0"/>
              <a:t>Masterfolie</a:t>
            </a:r>
            <a:endParaRPr lang="de-AT" dirty="0"/>
          </a:p>
        </p:txBody>
      </p:sp>
      <p:sp>
        <p:nvSpPr>
          <p:cNvPr id="2055" name="Rectangle 10"/>
          <p:cNvSpPr>
            <a:spLocks noChangeArrowheads="1"/>
          </p:cNvSpPr>
          <p:nvPr userDrawn="1"/>
        </p:nvSpPr>
        <p:spPr bwMode="gray">
          <a:xfrm>
            <a:off x="349250" y="6309320"/>
            <a:ext cx="3430662" cy="2994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itchFamily="34" charset="-128"/>
              </a:defRPr>
            </a:lvl9pPr>
          </a:lstStyle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de-DE" sz="1000" kern="1200" dirty="0" smtClean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MS PGothic" pitchFamily="34" charset="-128"/>
                <a:cs typeface="Arial" charset="0"/>
              </a:rPr>
              <a:t>I_POS 2015/16 </a:t>
            </a:r>
            <a:r>
              <a:rPr lang="de-DE" sz="1000" kern="1200" dirty="0" smtClean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MS PGothic" pitchFamily="34" charset="-128"/>
                <a:cs typeface="Arial" charset="0"/>
                <a:sym typeface="Wingdings" pitchFamily="2" charset="2"/>
              </a:rPr>
              <a:t> Methoden  </a:t>
            </a:r>
            <a:r>
              <a:rPr lang="de-DE" sz="1000" kern="1200" dirty="0" smtClean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MS PGothic" pitchFamily="34" charset="-128"/>
                <a:cs typeface="Arial" charset="0"/>
              </a:rPr>
              <a:t>Seite </a:t>
            </a:r>
            <a:fld id="{C5A4FFB9-E613-43CD-964A-AE1E9E6225EE}" type="slidenum">
              <a:rPr lang="de-DE" sz="1000" kern="1200" smtClean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MS PGothic" pitchFamily="34" charset="-128"/>
                <a:cs typeface="Arial" charset="0"/>
              </a:rPr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t>‹Nr.›</a:t>
            </a:fld>
            <a:endParaRPr lang="de-DE" sz="1000" kern="120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ea typeface="MS PGothic" pitchFamily="34" charset="-128"/>
              <a:cs typeface="Arial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08" r:id="rId1"/>
    <p:sldLayoutId id="2147483909" r:id="rId2"/>
    <p:sldLayoutId id="2147483910" r:id="rId3"/>
    <p:sldLayoutId id="2147483911" r:id="rId4"/>
    <p:sldLayoutId id="2147483912" r:id="rId5"/>
    <p:sldLayoutId id="2147483913" r:id="rId6"/>
    <p:sldLayoutId id="2147483914" r:id="rId7"/>
  </p:sldLayoutIdLst>
  <p:timing>
    <p:tnLst>
      <p:par>
        <p:cTn id="1" dur="indefinite" restart="never" nodeType="tmRoot"/>
      </p:par>
    </p:tnLst>
  </p:timing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bg1"/>
          </a:solidFill>
          <a:effectLst>
            <a:outerShdw blurRad="38100" dist="38100" dir="2700000" algn="tl">
              <a:srgbClr val="000000">
                <a:alpha val="43137"/>
              </a:srgbClr>
            </a:outerShdw>
          </a:effectLst>
          <a:latin typeface="Arial" pitchFamily="34" charset="0"/>
          <a:ea typeface="+mj-ea"/>
          <a:cs typeface="Arial" pitchFamily="34" charset="0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charset="0"/>
          <a:cs typeface="Arial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charset="0"/>
          <a:cs typeface="Arial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charset="0"/>
          <a:cs typeface="Arial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charset="0"/>
          <a:cs typeface="Arial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charset="0"/>
          <a:cs typeface="Arial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charset="0"/>
          <a:cs typeface="Arial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charset="0"/>
          <a:cs typeface="Arial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charset="0"/>
          <a:cs typeface="Arial" charset="0"/>
        </a:defRPr>
      </a:lvl9pPr>
    </p:titleStyle>
    <p:bodyStyle>
      <a:lvl1pPr marL="269875" indent="-269875" algn="l" rtl="0" eaLnBrk="0" fontAlgn="base" hangingPunct="0">
        <a:spcBef>
          <a:spcPct val="20000"/>
        </a:spcBef>
        <a:spcAft>
          <a:spcPct val="0"/>
        </a:spcAft>
        <a:buClr>
          <a:srgbClr val="595959"/>
        </a:buClr>
        <a:buSzPct val="80000"/>
        <a:buFont typeface="Wingdings" panose="05000000000000000000" pitchFamily="2" charset="2"/>
        <a:buChar char="§"/>
        <a:defRPr sz="2800" kern="1200">
          <a:solidFill>
            <a:srgbClr val="404040"/>
          </a:solidFill>
          <a:latin typeface="Arial" pitchFamily="34" charset="0"/>
          <a:ea typeface="+mn-ea"/>
          <a:cs typeface="Arial" pitchFamily="34" charset="0"/>
        </a:defRPr>
      </a:lvl1pPr>
      <a:lvl2pPr marL="895350" indent="-354013" algn="l" rtl="0" eaLnBrk="0" fontAlgn="base" hangingPunct="0">
        <a:spcBef>
          <a:spcPct val="20000"/>
        </a:spcBef>
        <a:spcAft>
          <a:spcPct val="0"/>
        </a:spcAft>
        <a:buClr>
          <a:srgbClr val="595959"/>
        </a:buClr>
        <a:buFont typeface="Symbol" panose="05050102010706020507" pitchFamily="18" charset="2"/>
        <a:buChar char="-"/>
        <a:defRPr sz="2500" kern="1200">
          <a:solidFill>
            <a:srgbClr val="404040"/>
          </a:solidFill>
          <a:latin typeface="Arial" pitchFamily="34" charset="0"/>
          <a:ea typeface="+mn-ea"/>
          <a:cs typeface="Arial" pitchFamily="34" charset="0"/>
        </a:defRPr>
      </a:lvl2pPr>
      <a:lvl3pPr marL="1343025" indent="-269875" algn="l" rtl="0" eaLnBrk="0" fontAlgn="base" hangingPunct="0">
        <a:spcBef>
          <a:spcPct val="20000"/>
        </a:spcBef>
        <a:spcAft>
          <a:spcPct val="0"/>
        </a:spcAft>
        <a:buClr>
          <a:srgbClr val="595959"/>
        </a:buClr>
        <a:buSzPct val="80000"/>
        <a:buFont typeface="Wingdings" panose="05000000000000000000" pitchFamily="2" charset="2"/>
        <a:buChar char="§"/>
        <a:defRPr sz="2200" kern="1200">
          <a:solidFill>
            <a:srgbClr val="404040"/>
          </a:solidFill>
          <a:latin typeface="Arial" pitchFamily="34" charset="0"/>
          <a:ea typeface="+mn-ea"/>
          <a:cs typeface="Arial" pitchFamily="34" charset="0"/>
        </a:defRPr>
      </a:lvl3pPr>
      <a:lvl4pPr marL="1790700" indent="-354013" algn="l" rtl="0" eaLnBrk="0" fontAlgn="base" hangingPunct="0">
        <a:spcBef>
          <a:spcPct val="20000"/>
        </a:spcBef>
        <a:spcAft>
          <a:spcPct val="0"/>
        </a:spcAft>
        <a:buClr>
          <a:srgbClr val="595959"/>
        </a:buClr>
        <a:buFont typeface="Symbol" panose="05050102010706020507" pitchFamily="18" charset="2"/>
        <a:buChar char="-"/>
        <a:defRPr sz="2000" kern="1200">
          <a:solidFill>
            <a:srgbClr val="404040"/>
          </a:solidFill>
          <a:latin typeface="Arial" pitchFamily="34" charset="0"/>
          <a:ea typeface="+mn-ea"/>
          <a:cs typeface="Arial" pitchFamily="34" charset="0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74" name="Group 7"/>
          <p:cNvGrpSpPr>
            <a:grpSpLocks/>
          </p:cNvGrpSpPr>
          <p:nvPr userDrawn="1"/>
        </p:nvGrpSpPr>
        <p:grpSpPr bwMode="auto">
          <a:xfrm>
            <a:off x="0" y="0"/>
            <a:ext cx="9144000" cy="1125538"/>
            <a:chOff x="0" y="0"/>
            <a:chExt cx="5760" cy="979"/>
          </a:xfrm>
        </p:grpSpPr>
        <p:grpSp>
          <p:nvGrpSpPr>
            <p:cNvPr id="3080" name="Group 8"/>
            <p:cNvGrpSpPr>
              <a:grpSpLocks/>
            </p:cNvGrpSpPr>
            <p:nvPr userDrawn="1"/>
          </p:nvGrpSpPr>
          <p:grpSpPr bwMode="auto">
            <a:xfrm>
              <a:off x="4" y="746"/>
              <a:ext cx="5756" cy="69"/>
              <a:chOff x="0" y="768"/>
              <a:chExt cx="5760" cy="58"/>
            </a:xfrm>
          </p:grpSpPr>
          <p:sp>
            <p:nvSpPr>
              <p:cNvPr id="1036" name="Rectangle 9"/>
              <p:cNvSpPr>
                <a:spLocks noChangeArrowheads="1"/>
              </p:cNvSpPr>
              <p:nvPr/>
            </p:nvSpPr>
            <p:spPr bwMode="auto">
              <a:xfrm flipV="1">
                <a:off x="0" y="778"/>
                <a:ext cx="5760" cy="48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>
                  <a:defRPr/>
                </a:pPr>
                <a:endParaRPr lang="de-AT" smtClean="0">
                  <a:latin typeface="Calibri" panose="020F0502020204030204" pitchFamily="34" charset="0"/>
                </a:endParaRPr>
              </a:p>
            </p:txBody>
          </p:sp>
          <p:sp>
            <p:nvSpPr>
              <p:cNvPr id="14" name="Rectangle 11"/>
              <p:cNvSpPr>
                <a:spLocks noChangeArrowheads="1"/>
              </p:cNvSpPr>
              <p:nvPr/>
            </p:nvSpPr>
            <p:spPr bwMode="auto">
              <a:xfrm>
                <a:off x="0" y="768"/>
                <a:ext cx="5760" cy="12"/>
              </a:xfrm>
              <a:prstGeom prst="rect">
                <a:avLst/>
              </a:prstGeom>
              <a:gradFill rotWithShape="0">
                <a:gsLst>
                  <a:gs pos="0">
                    <a:schemeClr val="tx2"/>
                  </a:gs>
                  <a:gs pos="100000">
                    <a:schemeClr val="tx2">
                      <a:gamma/>
                      <a:tint val="51765"/>
                      <a:invGamma/>
                    </a:schemeClr>
                  </a:gs>
                </a:gsLst>
                <a:lin ang="5400000" scaled="1"/>
              </a:gra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de-AT" dirty="0">
                  <a:latin typeface="Calibri" pitchFamily="34" charset="0"/>
                  <a:ea typeface="ＭＳ Ｐゴシック" pitchFamily="-44" charset="-128"/>
                </a:endParaRPr>
              </a:p>
            </p:txBody>
          </p:sp>
        </p:grpSp>
        <p:sp>
          <p:nvSpPr>
            <p:cNvPr id="1033" name="Rectangle 14" descr="Horizontal dünn"/>
            <p:cNvSpPr>
              <a:spLocks noChangeArrowheads="1"/>
            </p:cNvSpPr>
            <p:nvPr/>
          </p:nvSpPr>
          <p:spPr bwMode="auto">
            <a:xfrm>
              <a:off x="0" y="0"/>
              <a:ext cx="5760" cy="768"/>
            </a:xfrm>
            <a:prstGeom prst="rect">
              <a:avLst/>
            </a:prstGeom>
            <a:pattFill prst="narHorz">
              <a:fgClr>
                <a:srgbClr val="F0F0F0"/>
              </a:fgClr>
              <a:bgClr>
                <a:srgbClr val="FFFFFF"/>
              </a:bgClr>
            </a:patt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defRPr/>
              </a:pPr>
              <a:endParaRPr lang="de-AT" smtClean="0">
                <a:latin typeface="Calibri" panose="020F0502020204030204" pitchFamily="34" charset="0"/>
              </a:endParaRPr>
            </a:p>
          </p:txBody>
        </p:sp>
        <p:sp>
          <p:nvSpPr>
            <p:cNvPr id="1034" name="Rectangle 15"/>
            <p:cNvSpPr>
              <a:spLocks noChangeArrowheads="1"/>
            </p:cNvSpPr>
            <p:nvPr/>
          </p:nvSpPr>
          <p:spPr bwMode="auto">
            <a:xfrm>
              <a:off x="2" y="882"/>
              <a:ext cx="5758" cy="97"/>
            </a:xfrm>
            <a:prstGeom prst="rect">
              <a:avLst/>
            </a:prstGeom>
            <a:gradFill rotWithShape="1">
              <a:gsLst>
                <a:gs pos="0">
                  <a:srgbClr val="777777"/>
                </a:gs>
                <a:gs pos="100000">
                  <a:srgbClr val="FFFFFF"/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defRPr/>
              </a:pPr>
              <a:endParaRPr lang="de-AT" smtClean="0">
                <a:latin typeface="Calibri" panose="020F0502020204030204" pitchFamily="34" charset="0"/>
              </a:endParaRPr>
            </a:p>
          </p:txBody>
        </p:sp>
        <p:sp>
          <p:nvSpPr>
            <p:cNvPr id="1035" name="Rectangle 16"/>
            <p:cNvSpPr>
              <a:spLocks noChangeArrowheads="1"/>
            </p:cNvSpPr>
            <p:nvPr/>
          </p:nvSpPr>
          <p:spPr bwMode="auto">
            <a:xfrm>
              <a:off x="3" y="746"/>
              <a:ext cx="5757" cy="47"/>
            </a:xfrm>
            <a:prstGeom prst="rect">
              <a:avLst/>
            </a:prstGeom>
            <a:solidFill>
              <a:srgbClr val="777777">
                <a:alpha val="30980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defRPr/>
              </a:pPr>
              <a:endParaRPr lang="de-AT" smtClean="0">
                <a:latin typeface="Calibri" panose="020F0502020204030204" pitchFamily="34" charset="0"/>
              </a:endParaRPr>
            </a:p>
          </p:txBody>
        </p:sp>
      </p:grpSp>
      <p:sp>
        <p:nvSpPr>
          <p:cNvPr id="3075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700088" y="100013"/>
            <a:ext cx="7743825" cy="685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de-DE" altLang="de-DE" smtClean="0"/>
              <a:t>Klicken Sie, um das Titelformat zu bearbeiten</a:t>
            </a:r>
          </a:p>
        </p:txBody>
      </p:sp>
      <p:sp>
        <p:nvSpPr>
          <p:cNvPr id="3076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295400"/>
            <a:ext cx="7772400" cy="5029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de-DE" altLang="de-DE" smtClean="0"/>
              <a:t>Klicken Sie, um die Formate des Vorlagentextes zu bearbeiten</a:t>
            </a:r>
          </a:p>
          <a:p>
            <a:pPr lvl="1"/>
            <a:r>
              <a:rPr lang="de-DE" altLang="de-DE" smtClean="0"/>
              <a:t>Zweite Ebene</a:t>
            </a:r>
          </a:p>
          <a:p>
            <a:pPr lvl="2"/>
            <a:r>
              <a:rPr lang="de-DE" altLang="de-DE" smtClean="0"/>
              <a:t>Dritte Ebene</a:t>
            </a:r>
          </a:p>
          <a:p>
            <a:pPr lvl="3"/>
            <a:r>
              <a:rPr lang="de-DE" altLang="de-DE" smtClean="0"/>
              <a:t>Vierte Ebene</a:t>
            </a:r>
          </a:p>
          <a:p>
            <a:pPr lvl="4"/>
            <a:r>
              <a:rPr lang="de-DE" altLang="de-DE" smtClean="0"/>
              <a:t>Fünfte Ebene</a:t>
            </a:r>
          </a:p>
        </p:txBody>
      </p:sp>
      <p:sp>
        <p:nvSpPr>
          <p:cNvPr id="2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252413" y="6400800"/>
            <a:ext cx="1443037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>
                <a:latin typeface="Calibri" pitchFamily="34" charset="0"/>
                <a:ea typeface="ＭＳ Ｐゴシック" pitchFamily="-44" charset="-128"/>
              </a:defRPr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2401888" y="6400800"/>
            <a:ext cx="4333875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200">
                <a:latin typeface="Calibri" pitchFamily="34" charset="0"/>
                <a:ea typeface="ＭＳ Ｐゴシック" pitchFamily="-44" charset="-128"/>
              </a:defRPr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434263" y="6400800"/>
            <a:ext cx="1449387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Calibri" panose="020F0502020204030204" pitchFamily="34" charset="0"/>
              </a:defRPr>
            </a:lvl1pPr>
          </a:lstStyle>
          <a:p>
            <a:pPr>
              <a:defRPr/>
            </a:pPr>
            <a:fld id="{53A51FF2-54A1-464E-A4F3-7BAB1C2A15B8}" type="slidenum">
              <a:rPr lang="de-DE"/>
              <a:pPr>
                <a:defRPr/>
              </a:pPr>
              <a:t>‹Nr.›</a:t>
            </a:fld>
            <a:endParaRPr lang="de-DE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15" r:id="rId1"/>
    <p:sldLayoutId id="2147483916" r:id="rId2"/>
    <p:sldLayoutId id="2147483917" r:id="rId3"/>
    <p:sldLayoutId id="2147483918" r:id="rId4"/>
    <p:sldLayoutId id="2147483919" r:id="rId5"/>
    <p:sldLayoutId id="2147483920" r:id="rId6"/>
    <p:sldLayoutId id="2147483921" r:id="rId7"/>
    <p:sldLayoutId id="2147483922" r:id="rId8"/>
    <p:sldLayoutId id="2147483923" r:id="rId9"/>
    <p:sldLayoutId id="2147483924" r:id="rId10"/>
    <p:sldLayoutId id="2147483925" r:id="rId11"/>
    <p:sldLayoutId id="2147483929" r:id="rId12"/>
  </p:sldLayoutIdLst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i="1">
          <a:solidFill>
            <a:schemeClr val="accent2"/>
          </a:solidFill>
          <a:latin typeface="Calibri" pitchFamily="34" charset="0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i="1">
          <a:solidFill>
            <a:schemeClr val="accent2"/>
          </a:solidFill>
          <a:latin typeface="Calibri" pitchFamily="34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i="1">
          <a:solidFill>
            <a:schemeClr val="accent2"/>
          </a:solidFill>
          <a:latin typeface="Calibri" pitchFamily="34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i="1">
          <a:solidFill>
            <a:schemeClr val="accent2"/>
          </a:solidFill>
          <a:latin typeface="Calibri" pitchFamily="34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i="1">
          <a:solidFill>
            <a:schemeClr val="accent2"/>
          </a:solidFill>
          <a:latin typeface="Calibri" pitchFamily="34" charset="0"/>
        </a:defRPr>
      </a:lvl5pPr>
      <a:lvl6pPr marL="457200" algn="l" rtl="0" eaLnBrk="0" fontAlgn="base" hangingPunct="0">
        <a:spcBef>
          <a:spcPct val="0"/>
        </a:spcBef>
        <a:spcAft>
          <a:spcPct val="0"/>
        </a:spcAft>
        <a:defRPr sz="3200" i="1">
          <a:solidFill>
            <a:schemeClr val="accent2"/>
          </a:solidFill>
          <a:latin typeface="Times New Roman" pitchFamily="18" charset="0"/>
        </a:defRPr>
      </a:lvl6pPr>
      <a:lvl7pPr marL="914400" algn="l" rtl="0" eaLnBrk="0" fontAlgn="base" hangingPunct="0">
        <a:spcBef>
          <a:spcPct val="0"/>
        </a:spcBef>
        <a:spcAft>
          <a:spcPct val="0"/>
        </a:spcAft>
        <a:defRPr sz="3200" i="1">
          <a:solidFill>
            <a:schemeClr val="accent2"/>
          </a:solidFill>
          <a:latin typeface="Times New Roman" pitchFamily="18" charset="0"/>
        </a:defRPr>
      </a:lvl7pPr>
      <a:lvl8pPr marL="1371600" algn="l" rtl="0" eaLnBrk="0" fontAlgn="base" hangingPunct="0">
        <a:spcBef>
          <a:spcPct val="0"/>
        </a:spcBef>
        <a:spcAft>
          <a:spcPct val="0"/>
        </a:spcAft>
        <a:defRPr sz="3200" i="1">
          <a:solidFill>
            <a:schemeClr val="accent2"/>
          </a:solidFill>
          <a:latin typeface="Times New Roman" pitchFamily="18" charset="0"/>
        </a:defRPr>
      </a:lvl8pPr>
      <a:lvl9pPr marL="1828800" algn="l" rtl="0" eaLnBrk="0" fontAlgn="base" hangingPunct="0">
        <a:spcBef>
          <a:spcPct val="0"/>
        </a:spcBef>
        <a:spcAft>
          <a:spcPct val="0"/>
        </a:spcAft>
        <a:defRPr sz="3200" i="1">
          <a:solidFill>
            <a:schemeClr val="accent2"/>
          </a:solidFill>
          <a:latin typeface="Times New Roman" pitchFamily="18" charset="0"/>
        </a:defRPr>
      </a:lvl9pPr>
    </p:titleStyle>
    <p:bodyStyle>
      <a:lvl1pPr marL="288925" indent="-288925" algn="l" rtl="0" eaLnBrk="0" fontAlgn="base" hangingPunct="0">
        <a:spcBef>
          <a:spcPct val="20000"/>
        </a:spcBef>
        <a:spcAft>
          <a:spcPct val="0"/>
        </a:spcAft>
        <a:buChar char="•"/>
        <a:defRPr sz="2000">
          <a:solidFill>
            <a:schemeClr val="tx1"/>
          </a:solidFill>
          <a:latin typeface="Calibri" pitchFamily="34" charset="0"/>
          <a:ea typeface="+mn-ea"/>
          <a:cs typeface="+mn-cs"/>
        </a:defRPr>
      </a:lvl1pPr>
      <a:lvl2pPr marL="765175" indent="-285750" algn="l" rtl="0" eaLnBrk="0" fontAlgn="base" hangingPunct="0">
        <a:spcBef>
          <a:spcPct val="20000"/>
        </a:spcBef>
        <a:spcAft>
          <a:spcPct val="0"/>
        </a:spcAft>
        <a:buChar char="–"/>
        <a:defRPr>
          <a:solidFill>
            <a:schemeClr val="tx1"/>
          </a:solidFill>
          <a:latin typeface="Calibri" pitchFamily="34" charset="0"/>
        </a:defRPr>
      </a:lvl2pPr>
      <a:lvl3pPr marL="1184275" indent="-228600" algn="l" rtl="0" eaLnBrk="0" fontAlgn="base" hangingPunct="0">
        <a:spcBef>
          <a:spcPct val="20000"/>
        </a:spcBef>
        <a:spcAft>
          <a:spcPct val="0"/>
        </a:spcAft>
        <a:buChar char="•"/>
        <a:defRPr sz="1600">
          <a:solidFill>
            <a:schemeClr val="tx1"/>
          </a:solidFill>
          <a:latin typeface="Calibri" pitchFamily="34" charset="0"/>
        </a:defRPr>
      </a:lvl3pPr>
      <a:lvl4pPr marL="1603375" indent="-228600" algn="l" rtl="0" eaLnBrk="0" fontAlgn="base" hangingPunct="0">
        <a:spcBef>
          <a:spcPct val="20000"/>
        </a:spcBef>
        <a:spcAft>
          <a:spcPct val="0"/>
        </a:spcAft>
        <a:buChar char="–"/>
        <a:defRPr sz="1400">
          <a:solidFill>
            <a:schemeClr val="tx1"/>
          </a:solidFill>
          <a:latin typeface="Calibri" pitchFamily="34" charset="0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1200">
          <a:solidFill>
            <a:schemeClr val="tx1"/>
          </a:solidFill>
          <a:latin typeface="Calibri" pitchFamily="34" charset="0"/>
        </a:defRPr>
      </a:lvl5pPr>
      <a:lvl6pPr marL="2514600" indent="-228600" algn="l" rtl="0" eaLnBrk="0" fontAlgn="base" hangingPunct="0">
        <a:spcBef>
          <a:spcPct val="20000"/>
        </a:spcBef>
        <a:spcAft>
          <a:spcPct val="0"/>
        </a:spcAft>
        <a:buChar char="»"/>
        <a:defRPr sz="1200">
          <a:solidFill>
            <a:schemeClr val="tx1"/>
          </a:solidFill>
          <a:latin typeface="+mn-lt"/>
        </a:defRPr>
      </a:lvl6pPr>
      <a:lvl7pPr marL="2971800" indent="-228600" algn="l" rtl="0" eaLnBrk="0" fontAlgn="base" hangingPunct="0">
        <a:spcBef>
          <a:spcPct val="20000"/>
        </a:spcBef>
        <a:spcAft>
          <a:spcPct val="0"/>
        </a:spcAft>
        <a:buChar char="»"/>
        <a:defRPr sz="1200">
          <a:solidFill>
            <a:schemeClr val="tx1"/>
          </a:solidFill>
          <a:latin typeface="+mn-lt"/>
        </a:defRPr>
      </a:lvl7pPr>
      <a:lvl8pPr marL="3429000" indent="-228600" algn="l" rtl="0" eaLnBrk="0" fontAlgn="base" hangingPunct="0">
        <a:spcBef>
          <a:spcPct val="20000"/>
        </a:spcBef>
        <a:spcAft>
          <a:spcPct val="0"/>
        </a:spcAft>
        <a:buChar char="»"/>
        <a:defRPr sz="1200">
          <a:solidFill>
            <a:schemeClr val="tx1"/>
          </a:solidFill>
          <a:latin typeface="+mn-lt"/>
        </a:defRPr>
      </a:lvl8pPr>
      <a:lvl9pPr marL="3886200" indent="-228600" algn="l" rtl="0" eaLnBrk="0" fontAlgn="base" hangingPunct="0">
        <a:spcBef>
          <a:spcPct val="20000"/>
        </a:spcBef>
        <a:spcAft>
          <a:spcPct val="0"/>
        </a:spcAft>
        <a:buChar char="»"/>
        <a:defRPr sz="1200">
          <a:solidFill>
            <a:schemeClr val="tx1"/>
          </a:solidFill>
          <a:latin typeface="+mn-lt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dirty="0" smtClean="0"/>
              <a:t>Klassen als Datenkapseln</a:t>
            </a:r>
            <a:endParaRPr lang="de-AT" dirty="0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457200" y="1052736"/>
            <a:ext cx="8229600" cy="3921299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de-DE" altLang="de-DE" dirty="0"/>
              <a:t>Gleichartige Daten in großer Anzahl </a:t>
            </a:r>
          </a:p>
          <a:p>
            <a:pPr lvl="1" eaLnBrk="1" hangingPunct="1">
              <a:lnSpc>
                <a:spcPct val="90000"/>
              </a:lnSpc>
            </a:pPr>
            <a:r>
              <a:rPr lang="de-DE" altLang="de-DE" sz="2400" dirty="0">
                <a:sym typeface="Wingdings" panose="05000000000000000000" pitchFamily="2" charset="2"/>
              </a:rPr>
              <a:t>Array</a:t>
            </a:r>
          </a:p>
          <a:p>
            <a:pPr lvl="2" eaLnBrk="1" hangingPunct="1">
              <a:lnSpc>
                <a:spcPct val="90000"/>
              </a:lnSpc>
            </a:pPr>
            <a:r>
              <a:rPr lang="de-DE" altLang="de-DE" sz="2000" dirty="0">
                <a:sym typeface="Wingdings" panose="05000000000000000000" pitchFamily="2" charset="2"/>
              </a:rPr>
              <a:t>Zugriff über Index</a:t>
            </a:r>
          </a:p>
          <a:p>
            <a:pPr lvl="2" eaLnBrk="1" hangingPunct="1">
              <a:lnSpc>
                <a:spcPct val="90000"/>
              </a:lnSpc>
            </a:pPr>
            <a:r>
              <a:rPr lang="de-DE" altLang="de-DE" sz="2000" dirty="0">
                <a:sym typeface="Wingdings" panose="05000000000000000000" pitchFamily="2" charset="2"/>
              </a:rPr>
              <a:t>Anlegen über </a:t>
            </a:r>
            <a:r>
              <a:rPr lang="de-DE" altLang="de-DE" sz="2000" dirty="0" err="1">
                <a:sym typeface="Wingdings" panose="05000000000000000000" pitchFamily="2" charset="2"/>
              </a:rPr>
              <a:t>new</a:t>
            </a:r>
            <a:r>
              <a:rPr lang="de-DE" altLang="de-DE" sz="2000" dirty="0">
                <a:sym typeface="Wingdings" panose="05000000000000000000" pitchFamily="2" charset="2"/>
              </a:rPr>
              <a:t> Typ[Anzahl]</a:t>
            </a:r>
          </a:p>
          <a:p>
            <a:pPr lvl="3" eaLnBrk="1" hangingPunct="1">
              <a:lnSpc>
                <a:spcPct val="90000"/>
              </a:lnSpc>
            </a:pPr>
            <a:r>
              <a:rPr lang="de-DE" altLang="de-DE" sz="1800" dirty="0" err="1">
                <a:sym typeface="Wingdings" panose="05000000000000000000" pitchFamily="2" charset="2"/>
              </a:rPr>
              <a:t>lottoZahlen</a:t>
            </a:r>
            <a:r>
              <a:rPr lang="de-DE" altLang="de-DE" sz="1800" dirty="0">
                <a:sym typeface="Wingdings" panose="05000000000000000000" pitchFamily="2" charset="2"/>
              </a:rPr>
              <a:t> = </a:t>
            </a:r>
            <a:r>
              <a:rPr lang="de-DE" altLang="de-DE" sz="1800" dirty="0" err="1">
                <a:sym typeface="Wingdings" panose="05000000000000000000" pitchFamily="2" charset="2"/>
              </a:rPr>
              <a:t>new</a:t>
            </a:r>
            <a:r>
              <a:rPr lang="de-DE" altLang="de-DE" sz="1800" dirty="0">
                <a:sym typeface="Wingdings" panose="05000000000000000000" pitchFamily="2" charset="2"/>
              </a:rPr>
              <a:t> </a:t>
            </a:r>
            <a:r>
              <a:rPr lang="de-DE" altLang="de-DE" sz="1800" dirty="0" err="1">
                <a:sym typeface="Wingdings" panose="05000000000000000000" pitchFamily="2" charset="2"/>
              </a:rPr>
              <a:t>int</a:t>
            </a:r>
            <a:r>
              <a:rPr lang="de-DE" altLang="de-DE" sz="1800" dirty="0">
                <a:sym typeface="Wingdings" panose="05000000000000000000" pitchFamily="2" charset="2"/>
              </a:rPr>
              <a:t>[6];</a:t>
            </a:r>
          </a:p>
          <a:p>
            <a:pPr lvl="2" eaLnBrk="1" hangingPunct="1">
              <a:lnSpc>
                <a:spcPct val="90000"/>
              </a:lnSpc>
            </a:pPr>
            <a:endParaRPr lang="de-DE" altLang="de-DE" sz="2000" dirty="0">
              <a:sym typeface="Wingdings" panose="05000000000000000000" pitchFamily="2" charset="2"/>
            </a:endParaRPr>
          </a:p>
          <a:p>
            <a:pPr eaLnBrk="1" hangingPunct="1">
              <a:lnSpc>
                <a:spcPct val="90000"/>
              </a:lnSpc>
            </a:pPr>
            <a:r>
              <a:rPr lang="de-DE" altLang="de-DE" dirty="0">
                <a:sym typeface="Wingdings" panose="05000000000000000000" pitchFamily="2" charset="2"/>
              </a:rPr>
              <a:t>Logisch zusammengehörige Daten</a:t>
            </a:r>
          </a:p>
          <a:p>
            <a:pPr lvl="1" eaLnBrk="1" hangingPunct="1">
              <a:lnSpc>
                <a:spcPct val="90000"/>
              </a:lnSpc>
            </a:pPr>
            <a:r>
              <a:rPr lang="de-DE" altLang="de-DE" sz="2400" dirty="0" smtClean="0"/>
              <a:t>Klassen als Datenkapseln</a:t>
            </a:r>
            <a:endParaRPr lang="de-DE" altLang="de-DE" sz="2400" dirty="0"/>
          </a:p>
          <a:p>
            <a:pPr lvl="2" eaLnBrk="1" hangingPunct="1">
              <a:lnSpc>
                <a:spcPct val="90000"/>
              </a:lnSpc>
            </a:pPr>
            <a:r>
              <a:rPr lang="de-DE" altLang="de-DE" sz="2000" dirty="0" smtClean="0"/>
              <a:t>Informationen als „private </a:t>
            </a:r>
            <a:r>
              <a:rPr lang="de-DE" altLang="de-DE" sz="2000" dirty="0" err="1" smtClean="0"/>
              <a:t>fields</a:t>
            </a:r>
            <a:r>
              <a:rPr lang="de-DE" altLang="de-DE" sz="2000" dirty="0" smtClean="0"/>
              <a:t>“</a:t>
            </a:r>
          </a:p>
          <a:p>
            <a:pPr lvl="2" eaLnBrk="1" hangingPunct="1">
              <a:lnSpc>
                <a:spcPct val="90000"/>
              </a:lnSpc>
            </a:pPr>
            <a:r>
              <a:rPr lang="de-DE" altLang="de-DE" sz="2000" dirty="0" smtClean="0"/>
              <a:t>Zugriff über Methoden</a:t>
            </a:r>
          </a:p>
          <a:p>
            <a:pPr lvl="3" eaLnBrk="1" hangingPunct="1">
              <a:lnSpc>
                <a:spcPct val="90000"/>
              </a:lnSpc>
            </a:pPr>
            <a:r>
              <a:rPr lang="de-DE" altLang="de-DE" sz="1800" dirty="0" smtClean="0"/>
              <a:t>Name = </a:t>
            </a:r>
            <a:r>
              <a:rPr lang="de-DE" altLang="de-DE" sz="1800" dirty="0" err="1" smtClean="0"/>
              <a:t>GetName</a:t>
            </a:r>
            <a:r>
              <a:rPr lang="de-DE" altLang="de-DE" sz="1800" dirty="0" smtClean="0"/>
              <a:t>()</a:t>
            </a:r>
          </a:p>
          <a:p>
            <a:pPr lvl="3" eaLnBrk="1" hangingPunct="1">
              <a:lnSpc>
                <a:spcPct val="90000"/>
              </a:lnSpc>
            </a:pPr>
            <a:r>
              <a:rPr lang="de-DE" altLang="de-DE" sz="1800" dirty="0" err="1" smtClean="0"/>
              <a:t>SetName</a:t>
            </a:r>
            <a:r>
              <a:rPr lang="de-DE" altLang="de-DE" sz="1800" dirty="0" smtClean="0"/>
              <a:t>(</a:t>
            </a:r>
            <a:r>
              <a:rPr lang="de-DE" altLang="de-DE" sz="1800" dirty="0" err="1" smtClean="0"/>
              <a:t>string</a:t>
            </a:r>
            <a:r>
              <a:rPr lang="de-DE" altLang="de-DE" sz="1800" dirty="0" smtClean="0"/>
              <a:t> </a:t>
            </a:r>
            <a:r>
              <a:rPr lang="de-DE" altLang="de-DE" sz="1800" dirty="0" err="1" smtClean="0"/>
              <a:t>name</a:t>
            </a:r>
            <a:r>
              <a:rPr lang="de-DE" altLang="de-DE" sz="1800" dirty="0" smtClean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43051461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smtClean="0"/>
              <a:t>Klasse anlegen</a:t>
            </a:r>
            <a:endParaRPr lang="de-DE" dirty="0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de-DE"/>
          </a:p>
        </p:txBody>
      </p:sp>
      <p:pic>
        <p:nvPicPr>
          <p:cNvPr id="4" name="Grafik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052736"/>
            <a:ext cx="9144000" cy="56837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477970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smtClean="0"/>
              <a:t>Informationen als Datenfelder anlegen</a:t>
            </a:r>
            <a:endParaRPr lang="de-DE" dirty="0"/>
          </a:p>
        </p:txBody>
      </p:sp>
      <p:pic>
        <p:nvPicPr>
          <p:cNvPr id="4" name="Inhaltsplatzhalt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71600" y="1340768"/>
            <a:ext cx="5472608" cy="37313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610985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smtClean="0"/>
              <a:t>Zugriff über </a:t>
            </a:r>
            <a:r>
              <a:rPr lang="de-DE" dirty="0" err="1" smtClean="0"/>
              <a:t>Get</a:t>
            </a:r>
            <a:r>
              <a:rPr lang="de-DE" dirty="0" smtClean="0"/>
              <a:t>/Set-Methoden</a:t>
            </a:r>
            <a:endParaRPr lang="de-DE" dirty="0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de-DE"/>
          </a:p>
        </p:txBody>
      </p:sp>
      <p:pic>
        <p:nvPicPr>
          <p:cNvPr id="4" name="Grafik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1560" y="1164251"/>
            <a:ext cx="6408712" cy="49619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308161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smtClean="0"/>
              <a:t>Verwendung im Hauptprogramm</a:t>
            </a:r>
            <a:endParaRPr lang="de-DE" dirty="0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de-DE"/>
          </a:p>
        </p:txBody>
      </p:sp>
      <p:pic>
        <p:nvPicPr>
          <p:cNvPr id="4" name="Grafik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484784"/>
            <a:ext cx="7877175" cy="2266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602462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smtClean="0"/>
              <a:t>Klassen sind auch für Arrays verwendbar</a:t>
            </a:r>
            <a:endParaRPr lang="de-DE" dirty="0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de-DE"/>
          </a:p>
        </p:txBody>
      </p:sp>
      <p:pic>
        <p:nvPicPr>
          <p:cNvPr id="4" name="Grafik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40768"/>
            <a:ext cx="8172152" cy="34849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4195983"/>
      </p:ext>
    </p:extLst>
  </p:cSld>
  <p:clrMapOvr>
    <a:masterClrMapping/>
  </p:clrMapOvr>
</p:sld>
</file>

<file path=ppt/theme/theme1.xml><?xml version="1.0" encoding="utf-8"?>
<a:theme xmlns:a="http://schemas.openxmlformats.org/drawingml/2006/main" name="2_Larissa">
  <a:themeElements>
    <a:clrScheme name="Benutzerdefiniert 3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1F497D"/>
      </a:accent2>
      <a:accent3>
        <a:srgbClr val="C6D9F0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Larissa Klassisch 2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1_Standarddesign">
  <a:themeElements>
    <a:clrScheme name="Standard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Standard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635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de-DE" sz="16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635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de-DE" sz="16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</a:defRPr>
        </a:defPPr>
      </a:lstStyle>
    </a:lnDef>
  </a:objectDefaults>
  <a:extraClrSchemeLst>
    <a:extraClrScheme>
      <a:clrScheme name="Standard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tandard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tandard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tandard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tandard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tandard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tandard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Larissa-Design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Larissa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Larissa-Design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Larissa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62</Words>
  <Application>Microsoft Office PowerPoint</Application>
  <PresentationFormat>Bildschirmpräsentation (4:3)</PresentationFormat>
  <Paragraphs>18</Paragraphs>
  <Slides>6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7</vt:i4>
      </vt:variant>
      <vt:variant>
        <vt:lpstr>Design</vt:lpstr>
      </vt:variant>
      <vt:variant>
        <vt:i4>2</vt:i4>
      </vt:variant>
      <vt:variant>
        <vt:lpstr>Folientitel</vt:lpstr>
      </vt:variant>
      <vt:variant>
        <vt:i4>6</vt:i4>
      </vt:variant>
    </vt:vector>
  </HeadingPairs>
  <TitlesOfParts>
    <vt:vector size="15" baseType="lpstr">
      <vt:lpstr>ＭＳ Ｐゴシック</vt:lpstr>
      <vt:lpstr>ＭＳ Ｐゴシック</vt:lpstr>
      <vt:lpstr>Arial</vt:lpstr>
      <vt:lpstr>Calibri</vt:lpstr>
      <vt:lpstr>Symbol</vt:lpstr>
      <vt:lpstr>Times New Roman</vt:lpstr>
      <vt:lpstr>Wingdings</vt:lpstr>
      <vt:lpstr>2_Larissa</vt:lpstr>
      <vt:lpstr>1_Standarddesign</vt:lpstr>
      <vt:lpstr>Klassen als Datenkapseln</vt:lpstr>
      <vt:lpstr>Klasse anlegen</vt:lpstr>
      <vt:lpstr>Informationen als Datenfelder anlegen</vt:lpstr>
      <vt:lpstr>Zugriff über Get/Set-Methoden</vt:lpstr>
      <vt:lpstr>Verwendung im Hauptprogramm</vt:lpstr>
      <vt:lpstr>Klassen sind auch für Arrays verwendbar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Einführung in die Programmierung</dc:title>
  <dc:subject>Methoden</dc:subject>
  <dc:creator>GeGe</dc:creator>
  <cp:lastModifiedBy>gerald.koeck@aon.at</cp:lastModifiedBy>
  <cp:revision>152</cp:revision>
  <dcterms:created xsi:type="dcterms:W3CDTF">2006-01-13T20:54:04Z</dcterms:created>
  <dcterms:modified xsi:type="dcterms:W3CDTF">2016-04-16T18:06:44Z</dcterms:modified>
</cp:coreProperties>
</file>