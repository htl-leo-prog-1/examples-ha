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8"/>
  </p:notesMasterIdLst>
  <p:handoutMasterIdLst>
    <p:handoutMasterId r:id="rId9"/>
  </p:handoutMasterIdLst>
  <p:sldIdLst>
    <p:sldId id="274" r:id="rId6"/>
    <p:sldId id="275" r:id="rId7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50" autoAdjust="0"/>
  </p:normalViewPr>
  <p:slideViewPr>
    <p:cSldViewPr>
      <p:cViewPr varScale="1">
        <p:scale>
          <a:sx n="103" d="100"/>
          <a:sy n="103" d="100"/>
        </p:scale>
        <p:origin x="189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C#: Command Prompt</a:t>
            </a:r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81781" y="1023526"/>
            <a:ext cx="8580437" cy="5069769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endParaRPr lang="de-AT" altLang="de-DE" sz="1600" dirty="0"/>
          </a:p>
          <a:p>
            <a:pPr lvl="1" eaLnBrk="1" hangingPunct="1"/>
            <a:endParaRPr lang="de-AT" altLang="de-DE" sz="2000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696147" y="1052736"/>
            <a:ext cx="4340349" cy="596293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r>
              <a:rPr lang="de-AT" altLang="de-DE" sz="1400" i="1" dirty="0">
                <a:solidFill>
                  <a:schemeClr val="bg1"/>
                </a:solidFill>
              </a:rPr>
              <a:t>Start -&gt; Alle Programme -&gt; Editoren -&gt; Notepad++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BEC5552-907A-4B3D-B6AF-93616341E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3372"/>
              </p:ext>
            </p:extLst>
          </p:nvPr>
        </p:nvGraphicFramePr>
        <p:xfrm>
          <a:off x="269610" y="976758"/>
          <a:ext cx="8580437" cy="5116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2351">
                  <a:extLst>
                    <a:ext uri="{9D8B030D-6E8A-4147-A177-3AD203B41FA5}">
                      <a16:colId xmlns:a16="http://schemas.microsoft.com/office/drawing/2014/main" val="3818693723"/>
                    </a:ext>
                  </a:extLst>
                </a:gridCol>
                <a:gridCol w="4668086">
                  <a:extLst>
                    <a:ext uri="{9D8B030D-6E8A-4147-A177-3AD203B41FA5}">
                      <a16:colId xmlns:a16="http://schemas.microsoft.com/office/drawing/2014/main" val="913323653"/>
                    </a:ext>
                  </a:extLst>
                </a:gridCol>
              </a:tblGrid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 dirty="0">
                          <a:effectLst/>
                        </a:rPr>
                        <a:t> </a:t>
                      </a:r>
                      <a:r>
                        <a:rPr lang="de-AT" sz="1200" dirty="0" err="1">
                          <a:effectLst/>
                        </a:rPr>
                        <a:t>Besipiel</a:t>
                      </a:r>
                      <a:endParaRPr lang="de-A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 dirty="0">
                          <a:effectLst/>
                        </a:rPr>
                        <a:t> Anmerkung</a:t>
                      </a:r>
                      <a:endParaRPr lang="de-A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330563"/>
                  </a:ext>
                </a:extLst>
              </a:tr>
              <a:tr h="13167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C:\&gt;U: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 dirty="0">
                          <a:effectLst/>
                        </a:rPr>
                        <a:t>Wechsel auf das Laufwerk mit dem Buchstaben U (im Schulnetz üblicherweise das Home-Verzeichnis des angemeldeten Benutzers)</a:t>
                      </a:r>
                      <a:endParaRPr lang="de-A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5778839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U:\&gt;dir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Anzeige der Dateien im aktuellen Verzeichnis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557840"/>
                  </a:ext>
                </a:extLst>
              </a:tr>
              <a:tr h="6476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U:\&gt;mkdir C#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Verzeichnis C# im aktuellen Verzeichnis erstellen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8394204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U:\&gt;cd C#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Wechsel ins Verzeichnis C#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1413912"/>
                  </a:ext>
                </a:extLst>
              </a:tr>
              <a:tr h="6476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U:\&gt;C#&gt;csc HelloWorld.cs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Versucht das C#-Programm HelloWorld.cs zu kompilieren (erzeugt daraus HelloWorld.exe)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7277950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U:\&gt;C#&gt;HelloWorld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Start des lauffähigen Programms HelloWorld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0018668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U:\&gt;C#&gt;more HelloWorld.cs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Ausgabe des Inhalts von HelloWorld.cs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9890351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U:\&gt;C#&gt;copy HelloWorld.cs U: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 dirty="0">
                          <a:effectLst/>
                        </a:rPr>
                        <a:t>Kopieren der Datei </a:t>
                      </a:r>
                      <a:r>
                        <a:rPr lang="de-AT" sz="1200" dirty="0" err="1">
                          <a:effectLst/>
                        </a:rPr>
                        <a:t>HelloWorld.cs</a:t>
                      </a:r>
                      <a:r>
                        <a:rPr lang="de-AT" sz="1200" dirty="0">
                          <a:effectLst/>
                        </a:rPr>
                        <a:t> </a:t>
                      </a:r>
                      <a:endParaRPr lang="de-A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7215903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U:\&gt;C#&gt;cd ..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>
                          <a:effectLst/>
                        </a:rPr>
                        <a:t>Wechsel ins jeweils übergeordnete Verzeichnis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009035"/>
                  </a:ext>
                </a:extLst>
              </a:tr>
              <a:tr h="313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>
                          <a:effectLst/>
                        </a:rPr>
                        <a:t>U:\&gt;del test.txt</a:t>
                      </a:r>
                      <a:endParaRPr lang="de-A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de-AT" sz="1200" dirty="0">
                          <a:effectLst/>
                        </a:rPr>
                        <a:t>Löschen der Datei test.txt (wenn vorhanden)</a:t>
                      </a:r>
                      <a:endParaRPr lang="de-A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912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80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C#: Command Prompt</a:t>
            </a:r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81781" y="1023526"/>
            <a:ext cx="8580437" cy="5069769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endParaRPr lang="de-AT" altLang="de-DE" sz="1600" dirty="0"/>
          </a:p>
          <a:p>
            <a:pPr lvl="1" eaLnBrk="1" hangingPunct="1"/>
            <a:endParaRPr lang="de-AT" altLang="de-DE" sz="2000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696147" y="1052736"/>
            <a:ext cx="4340349" cy="596293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r>
              <a:rPr lang="de-AT" altLang="de-DE" sz="1400" i="1" dirty="0">
                <a:solidFill>
                  <a:schemeClr val="bg1"/>
                </a:solidFill>
              </a:rPr>
              <a:t>Start -&gt; Alle Programme -&gt; Editoren -&gt; Notepad++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96EE0A-A493-489A-9E6F-B71A650B61A4}"/>
              </a:ext>
            </a:extLst>
          </p:cNvPr>
          <p:cNvSpPr txBox="1"/>
          <p:nvPr/>
        </p:nvSpPr>
        <p:spPr>
          <a:xfrm>
            <a:off x="457200" y="1268412"/>
            <a:ext cx="8405018" cy="30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AT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Wildcards (Platzhalter)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AT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ein beliebiges Zeichen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AT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Eine beliebige Folge von Zeichen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AT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C:\&gt;dir *.exe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AT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C:\&gt;dir Beispiel?.</a:t>
            </a:r>
            <a:r>
              <a:rPr lang="de-AT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cs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C:\&gt;copy test.* c:\tests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C:\copy *.cs c:\csharp-programme</a:t>
            </a:r>
            <a:endParaRPr lang="de-AT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84874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217</Words>
  <Application>Microsoft Office PowerPoint</Application>
  <PresentationFormat>Bildschirmpräsentation (4:3)</PresentationFormat>
  <Paragraphs>33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</vt:i4>
      </vt:variant>
    </vt:vector>
  </HeadingPairs>
  <TitlesOfParts>
    <vt:vector size="12" baseType="lpstr">
      <vt:lpstr>Arial</vt:lpstr>
      <vt:lpstr>Calibri</vt:lpstr>
      <vt:lpstr>Courier New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C#: Command Prompt</vt:lpstr>
      <vt:lpstr>C#: Command Prompt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660</cp:revision>
  <cp:lastPrinted>2014-09-10T13:20:02Z</cp:lastPrinted>
  <dcterms:created xsi:type="dcterms:W3CDTF">2011-08-18T07:37:01Z</dcterms:created>
  <dcterms:modified xsi:type="dcterms:W3CDTF">2021-09-13T07:40:25Z</dcterms:modified>
</cp:coreProperties>
</file>