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75" r:id="rId2"/>
    <p:sldId id="277" r:id="rId3"/>
    <p:sldId id="278" r:id="rId4"/>
    <p:sldId id="279" r:id="rId5"/>
    <p:sldId id="281" r:id="rId6"/>
    <p:sldId id="282" r:id="rId7"/>
    <p:sldId id="280" r:id="rId8"/>
    <p:sldId id="283" r:id="rId9"/>
    <p:sldId id="284" r:id="rId10"/>
    <p:sldId id="276" r:id="rId11"/>
    <p:sldId id="297" r:id="rId12"/>
    <p:sldId id="285" r:id="rId13"/>
    <p:sldId id="268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385D8A"/>
    <a:srgbClr val="79BBD9"/>
    <a:srgbClr val="DCE6F2"/>
    <a:srgbClr val="CC33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93" autoAdjust="0"/>
    <p:restoredTop sz="94660"/>
  </p:normalViewPr>
  <p:slideViewPr>
    <p:cSldViewPr>
      <p:cViewPr varScale="1">
        <p:scale>
          <a:sx n="64" d="100"/>
          <a:sy n="64" d="100"/>
        </p:scale>
        <p:origin x="572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36932-01FD-45AF-B110-84880AA37D65}" type="datetimeFigureOut">
              <a:rPr lang="de-AT" smtClean="0"/>
              <a:t>24.01.2021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364C66-90D0-45FE-9B3B-EB18F2272AE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47484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920158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56774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009033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35034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2673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3309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7"/>
          <p:cNvGrpSpPr/>
          <p:nvPr/>
        </p:nvGrpSpPr>
        <p:grpSpPr>
          <a:xfrm>
            <a:off x="285750" y="3420071"/>
            <a:ext cx="8572501" cy="35808"/>
            <a:chOff x="0" y="0"/>
            <a:chExt cx="12192000" cy="50926"/>
          </a:xfrm>
        </p:grpSpPr>
        <p:sp>
          <p:nvSpPr>
            <p:cNvPr id="25" name="Shape 25"/>
            <p:cNvSpPr/>
            <p:nvPr/>
          </p:nvSpPr>
          <p:spPr>
            <a:xfrm>
              <a:off x="0" y="0"/>
              <a:ext cx="12192001" cy="127"/>
            </a:xfrm>
            <a:prstGeom prst="line">
              <a:avLst/>
            </a:prstGeom>
            <a:noFill/>
            <a:ln w="12700" cap="flat">
              <a:solidFill>
                <a:srgbClr val="7996B9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26" name="Shape 26"/>
            <p:cNvSpPr/>
            <p:nvPr/>
          </p:nvSpPr>
          <p:spPr>
            <a:xfrm>
              <a:off x="0" y="50800"/>
              <a:ext cx="12192001" cy="127"/>
            </a:xfrm>
            <a:prstGeom prst="line">
              <a:avLst/>
            </a:prstGeom>
            <a:noFill/>
            <a:ln w="12700" cap="flat">
              <a:solidFill>
                <a:srgbClr val="7996B9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</p:grpSp>
      <p:sp>
        <p:nvSpPr>
          <p:cNvPr id="28" name="Shape 28"/>
          <p:cNvSpPr>
            <a:spLocks noGrp="1"/>
          </p:cNvSpPr>
          <p:nvPr>
            <p:ph type="title"/>
          </p:nvPr>
        </p:nvSpPr>
        <p:spPr>
          <a:xfrm>
            <a:off x="250031" y="1848445"/>
            <a:ext cx="8643938" cy="148232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4500" spc="-90">
                <a:solidFill>
                  <a:srgbClr val="314864"/>
                </a:solidFill>
              </a:rPr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226028155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0246" name="Grafik 6"/>
          <p:cNvPicPr>
            <a:picLocks noChangeAspect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3646686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I_POS 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  Syntax:</a:t>
            </a:r>
            <a:r>
              <a:rPr lang="de-DE" sz="1000" baseline="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Zusammenfassung  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fld id="{C5A4FFB9-E613-43CD-964A-AE1E9E6225EE}" type="slidenum">
              <a:rPr lang="de-DE" sz="1000" smtClean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11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8" r:id="rId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Flow Chart </a:t>
            </a:r>
            <a:r>
              <a:rPr lang="de-AT" dirty="0" err="1"/>
              <a:t>Terminology</a:t>
            </a:r>
            <a:endParaRPr lang="de-AT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442" y="908720"/>
            <a:ext cx="2727994" cy="5301208"/>
          </a:xfrm>
          <a:prstGeom prst="rect">
            <a:avLst/>
          </a:prstGeom>
        </p:spPr>
      </p:pic>
      <p:sp>
        <p:nvSpPr>
          <p:cNvPr id="6" name="Legende mit Linie 1 5"/>
          <p:cNvSpPr/>
          <p:nvPr/>
        </p:nvSpPr>
        <p:spPr>
          <a:xfrm>
            <a:off x="2339752" y="2304145"/>
            <a:ext cx="1728192" cy="576064"/>
          </a:xfrm>
          <a:prstGeom prst="borderCallout1">
            <a:avLst>
              <a:gd name="adj1" fmla="val 204"/>
              <a:gd name="adj2" fmla="val 101306"/>
              <a:gd name="adj3" fmla="val -95871"/>
              <a:gd name="adj4" fmla="val 252949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>
                <a:solidFill>
                  <a:schemeClr val="accent1"/>
                </a:solidFill>
              </a:rPr>
              <a:t>Input / Output</a:t>
            </a:r>
          </a:p>
        </p:txBody>
      </p:sp>
      <p:sp>
        <p:nvSpPr>
          <p:cNvPr id="10" name="Legende mit Linie 1 9"/>
          <p:cNvSpPr/>
          <p:nvPr/>
        </p:nvSpPr>
        <p:spPr>
          <a:xfrm>
            <a:off x="2339752" y="3375881"/>
            <a:ext cx="1728192" cy="584448"/>
          </a:xfrm>
          <a:prstGeom prst="borderCallout1">
            <a:avLst>
              <a:gd name="adj1" fmla="val 416"/>
              <a:gd name="adj2" fmla="val 100216"/>
              <a:gd name="adj3" fmla="val -104721"/>
              <a:gd name="adj4" fmla="val 249676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 err="1">
                <a:solidFill>
                  <a:schemeClr val="accent1"/>
                </a:solidFill>
              </a:rPr>
              <a:t>Instruction</a:t>
            </a:r>
            <a:endParaRPr lang="de-AT" i="1" dirty="0">
              <a:solidFill>
                <a:schemeClr val="accent1"/>
              </a:solidFill>
            </a:endParaRPr>
          </a:p>
          <a:p>
            <a:pPr algn="ctr"/>
            <a:r>
              <a:rPr lang="de-AT" dirty="0">
                <a:solidFill>
                  <a:schemeClr val="accent1"/>
                </a:solidFill>
              </a:rPr>
              <a:t>(Anweisung)</a:t>
            </a:r>
          </a:p>
        </p:txBody>
      </p:sp>
      <p:sp>
        <p:nvSpPr>
          <p:cNvPr id="11" name="Legende mit Linie 1 10"/>
          <p:cNvSpPr/>
          <p:nvPr/>
        </p:nvSpPr>
        <p:spPr>
          <a:xfrm>
            <a:off x="2324388" y="4464273"/>
            <a:ext cx="1728192" cy="620911"/>
          </a:xfrm>
          <a:prstGeom prst="borderCallout1">
            <a:avLst>
              <a:gd name="adj1" fmla="val 1268"/>
              <a:gd name="adj2" fmla="val 99125"/>
              <a:gd name="adj3" fmla="val -141272"/>
              <a:gd name="adj4" fmla="val 247494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 err="1">
                <a:solidFill>
                  <a:schemeClr val="accent1"/>
                </a:solidFill>
              </a:rPr>
              <a:t>Selection</a:t>
            </a:r>
            <a:endParaRPr lang="de-AT" i="1" dirty="0">
              <a:solidFill>
                <a:schemeClr val="accent1"/>
              </a:solidFill>
            </a:endParaRPr>
          </a:p>
          <a:p>
            <a:pPr algn="ctr"/>
            <a:r>
              <a:rPr lang="de-AT" i="1" dirty="0" err="1">
                <a:solidFill>
                  <a:schemeClr val="accent1"/>
                </a:solidFill>
              </a:rPr>
              <a:t>While</a:t>
            </a:r>
            <a:r>
              <a:rPr lang="de-AT" i="1" dirty="0">
                <a:solidFill>
                  <a:schemeClr val="accent1"/>
                </a:solidFill>
              </a:rPr>
              <a:t>-Loop</a:t>
            </a:r>
          </a:p>
        </p:txBody>
      </p:sp>
    </p:spTree>
    <p:extLst>
      <p:ext uri="{BB962C8B-B14F-4D97-AF65-F5344CB8AC3E}">
        <p14:creationId xmlns:p14="http://schemas.microsoft.com/office/powerpoint/2010/main" val="183578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2400" dirty="0" err="1"/>
              <a:t>Terminology</a:t>
            </a:r>
            <a:r>
              <a:rPr lang="de-AT" sz="2400" dirty="0"/>
              <a:t>: Variable </a:t>
            </a:r>
            <a:r>
              <a:rPr lang="de-AT" sz="2400" dirty="0" err="1"/>
              <a:t>Declaration</a:t>
            </a:r>
            <a:r>
              <a:rPr lang="de-AT" sz="2400" dirty="0"/>
              <a:t> </a:t>
            </a:r>
            <a:r>
              <a:rPr lang="de-AT" sz="2400" dirty="0" err="1"/>
              <a:t>and</a:t>
            </a:r>
            <a:r>
              <a:rPr lang="de-AT" sz="2400" dirty="0"/>
              <a:t> </a:t>
            </a:r>
            <a:r>
              <a:rPr lang="de-AT" sz="2400" dirty="0" err="1"/>
              <a:t>Initialization</a:t>
            </a:r>
            <a:endParaRPr lang="de-AT" sz="2400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727" y="2909887"/>
            <a:ext cx="3400425" cy="1038225"/>
          </a:xfrm>
          <a:prstGeom prst="rect">
            <a:avLst/>
          </a:prstGeom>
        </p:spPr>
      </p:pic>
      <p:sp>
        <p:nvSpPr>
          <p:cNvPr id="5" name="Ellipse 4"/>
          <p:cNvSpPr/>
          <p:nvPr/>
        </p:nvSpPr>
        <p:spPr>
          <a:xfrm>
            <a:off x="2339752" y="2924944"/>
            <a:ext cx="2536329" cy="576064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" name="Ellipse 5"/>
          <p:cNvSpPr/>
          <p:nvPr/>
        </p:nvSpPr>
        <p:spPr>
          <a:xfrm>
            <a:off x="4339927" y="3356992"/>
            <a:ext cx="1600225" cy="504056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" name="Abgerundete rechteckige Legende 6"/>
          <p:cNvSpPr/>
          <p:nvPr/>
        </p:nvSpPr>
        <p:spPr>
          <a:xfrm>
            <a:off x="1691680" y="1916832"/>
            <a:ext cx="848047" cy="432048"/>
          </a:xfrm>
          <a:prstGeom prst="wedgeRoundRectCallout">
            <a:avLst>
              <a:gd name="adj1" fmla="val 65517"/>
              <a:gd name="adj2" fmla="val 21359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Type</a:t>
            </a:r>
          </a:p>
        </p:txBody>
      </p:sp>
      <p:sp>
        <p:nvSpPr>
          <p:cNvPr id="8" name="Abgerundete rechteckige Legende 7"/>
          <p:cNvSpPr/>
          <p:nvPr/>
        </p:nvSpPr>
        <p:spPr>
          <a:xfrm>
            <a:off x="4156001" y="1916832"/>
            <a:ext cx="848047" cy="432048"/>
          </a:xfrm>
          <a:prstGeom prst="wedgeRoundRectCallout">
            <a:avLst>
              <a:gd name="adj1" fmla="val -72320"/>
              <a:gd name="adj2" fmla="val 21796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Name</a:t>
            </a:r>
          </a:p>
        </p:txBody>
      </p:sp>
      <p:sp>
        <p:nvSpPr>
          <p:cNvPr id="9" name="Abgerundete rechteckige Legende 8"/>
          <p:cNvSpPr/>
          <p:nvPr/>
        </p:nvSpPr>
        <p:spPr>
          <a:xfrm>
            <a:off x="5652120" y="1268760"/>
            <a:ext cx="3096344" cy="648072"/>
          </a:xfrm>
          <a:prstGeom prst="wedgeRoundRectCallout">
            <a:avLst>
              <a:gd name="adj1" fmla="val -79592"/>
              <a:gd name="adj2" fmla="val 23032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Declaration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a variable </a:t>
            </a:r>
            <a:r>
              <a:rPr lang="de-AT" dirty="0" err="1"/>
              <a:t>named</a:t>
            </a:r>
            <a:r>
              <a:rPr lang="de-AT" dirty="0"/>
              <a:t> „pfui“ </a:t>
            </a:r>
            <a:r>
              <a:rPr lang="de-AT" dirty="0" err="1"/>
              <a:t>of</a:t>
            </a:r>
            <a:r>
              <a:rPr lang="de-AT" dirty="0"/>
              <a:t> type double</a:t>
            </a:r>
          </a:p>
        </p:txBody>
      </p:sp>
      <p:sp>
        <p:nvSpPr>
          <p:cNvPr id="10" name="Abgerundete rechteckige Legende 9"/>
          <p:cNvSpPr/>
          <p:nvPr/>
        </p:nvSpPr>
        <p:spPr>
          <a:xfrm>
            <a:off x="5941417" y="2564904"/>
            <a:ext cx="2960712" cy="648072"/>
          </a:xfrm>
          <a:prstGeom prst="wedgeRoundRectCallout">
            <a:avLst>
              <a:gd name="adj1" fmla="val -51487"/>
              <a:gd name="adj2" fmla="val 9650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Initialization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a variable</a:t>
            </a:r>
          </a:p>
        </p:txBody>
      </p:sp>
      <p:sp>
        <p:nvSpPr>
          <p:cNvPr id="11" name="Abgerundete rechteckige Legende 10"/>
          <p:cNvSpPr/>
          <p:nvPr/>
        </p:nvSpPr>
        <p:spPr>
          <a:xfrm>
            <a:off x="1115616" y="4653136"/>
            <a:ext cx="1576511" cy="648072"/>
          </a:xfrm>
          <a:prstGeom prst="wedgeRoundRectCallout">
            <a:avLst>
              <a:gd name="adj1" fmla="val 166571"/>
              <a:gd name="adj2" fmla="val -20470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Assignment</a:t>
            </a:r>
            <a:r>
              <a:rPr lang="de-AT" dirty="0"/>
              <a:t> </a:t>
            </a:r>
          </a:p>
          <a:p>
            <a:pPr algn="ctr"/>
            <a:r>
              <a:rPr lang="de-AT" dirty="0" err="1"/>
              <a:t>operator</a:t>
            </a:r>
            <a:endParaRPr lang="de-AT" dirty="0"/>
          </a:p>
        </p:txBody>
      </p:sp>
      <p:sp>
        <p:nvSpPr>
          <p:cNvPr id="12" name="Abgerundete rechteckige Legende 11"/>
          <p:cNvSpPr/>
          <p:nvPr/>
        </p:nvSpPr>
        <p:spPr>
          <a:xfrm>
            <a:off x="3571553" y="4941168"/>
            <a:ext cx="1576511" cy="504056"/>
          </a:xfrm>
          <a:prstGeom prst="wedgeRoundRectCallout">
            <a:avLst>
              <a:gd name="adj1" fmla="val 54155"/>
              <a:gd name="adj2" fmla="val -28574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Value</a:t>
            </a:r>
          </a:p>
        </p:txBody>
      </p:sp>
    </p:spTree>
    <p:extLst>
      <p:ext uri="{BB962C8B-B14F-4D97-AF65-F5344CB8AC3E}">
        <p14:creationId xmlns:p14="http://schemas.microsoft.com/office/powerpoint/2010/main" val="342927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Simple </a:t>
            </a:r>
            <a:r>
              <a:rPr lang="de-AT" dirty="0" err="1"/>
              <a:t>Selection</a:t>
            </a:r>
            <a:endParaRPr lang="de-AT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569071"/>
            <a:ext cx="3200400" cy="1724025"/>
          </a:xfrm>
          <a:prstGeom prst="rect">
            <a:avLst/>
          </a:prstGeom>
        </p:spPr>
      </p:pic>
      <p:sp>
        <p:nvSpPr>
          <p:cNvPr id="7" name="Abgerundete rechteckige Legende 6"/>
          <p:cNvSpPr/>
          <p:nvPr/>
        </p:nvSpPr>
        <p:spPr>
          <a:xfrm>
            <a:off x="2483768" y="1700808"/>
            <a:ext cx="1656184" cy="576064"/>
          </a:xfrm>
          <a:prstGeom prst="wedgeRoundRectCallout">
            <a:avLst>
              <a:gd name="adj1" fmla="val -4896"/>
              <a:gd name="adj2" fmla="val 12141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  <p:sp>
        <p:nvSpPr>
          <p:cNvPr id="9" name="Ellipse 8"/>
          <p:cNvSpPr/>
          <p:nvPr/>
        </p:nvSpPr>
        <p:spPr>
          <a:xfrm>
            <a:off x="3635896" y="2636912"/>
            <a:ext cx="2232248" cy="504056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" name="Abgerundete rechteckige Legende 9"/>
          <p:cNvSpPr/>
          <p:nvPr/>
        </p:nvSpPr>
        <p:spPr>
          <a:xfrm>
            <a:off x="5436096" y="1700808"/>
            <a:ext cx="1656184" cy="576064"/>
          </a:xfrm>
          <a:prstGeom prst="wedgeRoundRectCallout">
            <a:avLst>
              <a:gd name="adj1" fmla="val -70922"/>
              <a:gd name="adj2" fmla="val 10995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Condition</a:t>
            </a:r>
            <a:endParaRPr lang="de-AT" dirty="0"/>
          </a:p>
        </p:txBody>
      </p:sp>
      <p:sp>
        <p:nvSpPr>
          <p:cNvPr id="11" name="Abgerundetes Rechteck 10"/>
          <p:cNvSpPr/>
          <p:nvPr/>
        </p:nvSpPr>
        <p:spPr>
          <a:xfrm>
            <a:off x="3491880" y="3356992"/>
            <a:ext cx="2592288" cy="576064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Abgerundete rechteckige Legende 11"/>
          <p:cNvSpPr/>
          <p:nvPr/>
        </p:nvSpPr>
        <p:spPr>
          <a:xfrm>
            <a:off x="6660232" y="2852936"/>
            <a:ext cx="1656184" cy="576064"/>
          </a:xfrm>
          <a:prstGeom prst="wedgeRoundRectCallout">
            <a:avLst>
              <a:gd name="adj1" fmla="val -84583"/>
              <a:gd name="adj2" fmla="val 7559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If</a:t>
            </a:r>
            <a:r>
              <a:rPr lang="de-AT" dirty="0"/>
              <a:t> </a:t>
            </a:r>
            <a:r>
              <a:rPr lang="de-AT" dirty="0" err="1"/>
              <a:t>branch</a:t>
            </a:r>
            <a:endParaRPr lang="de-AT" dirty="0"/>
          </a:p>
        </p:txBody>
      </p:sp>
      <p:sp>
        <p:nvSpPr>
          <p:cNvPr id="13" name="Abgerundete rechteckige Legende 12"/>
          <p:cNvSpPr/>
          <p:nvPr/>
        </p:nvSpPr>
        <p:spPr>
          <a:xfrm>
            <a:off x="683568" y="2708920"/>
            <a:ext cx="1656184" cy="576064"/>
          </a:xfrm>
          <a:prstGeom prst="wedgeRoundRectCallout">
            <a:avLst>
              <a:gd name="adj1" fmla="val 94143"/>
              <a:gd name="adj2" fmla="val 3468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Block </a:t>
            </a:r>
            <a:r>
              <a:rPr lang="de-AT" dirty="0" err="1"/>
              <a:t>start</a:t>
            </a:r>
            <a:endParaRPr lang="de-AT" dirty="0"/>
          </a:p>
        </p:txBody>
      </p:sp>
      <p:sp>
        <p:nvSpPr>
          <p:cNvPr id="14" name="Abgerundete rechteckige Legende 13"/>
          <p:cNvSpPr/>
          <p:nvPr/>
        </p:nvSpPr>
        <p:spPr>
          <a:xfrm>
            <a:off x="683568" y="4221088"/>
            <a:ext cx="1656184" cy="576064"/>
          </a:xfrm>
          <a:prstGeom prst="wedgeRoundRectCallout">
            <a:avLst>
              <a:gd name="adj1" fmla="val 95851"/>
              <a:gd name="adj2" fmla="val -10114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/>
              <a:t>Block end</a:t>
            </a:r>
            <a:endParaRPr lang="de-AT" dirty="0"/>
          </a:p>
        </p:txBody>
      </p:sp>
      <p:cxnSp>
        <p:nvCxnSpPr>
          <p:cNvPr id="15" name="Gerade Verbindung mit Pfeil 14"/>
          <p:cNvCxnSpPr/>
          <p:nvPr/>
        </p:nvCxnSpPr>
        <p:spPr>
          <a:xfrm>
            <a:off x="3059832" y="3645024"/>
            <a:ext cx="576064" cy="0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ige Legende 15"/>
          <p:cNvSpPr/>
          <p:nvPr/>
        </p:nvSpPr>
        <p:spPr>
          <a:xfrm>
            <a:off x="3419872" y="4972769"/>
            <a:ext cx="864095" cy="472455"/>
          </a:xfrm>
          <a:prstGeom prst="wedgeRectCallout">
            <a:avLst>
              <a:gd name="adj1" fmla="val -57490"/>
              <a:gd name="adj2" fmla="val -32939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 err="1"/>
              <a:t>Indent</a:t>
            </a:r>
            <a:endParaRPr lang="de-AT" sz="1400" dirty="0"/>
          </a:p>
          <a:p>
            <a:pPr algn="ctr"/>
            <a:r>
              <a:rPr lang="de-AT" sz="1400" dirty="0" err="1"/>
              <a:t>one</a:t>
            </a:r>
            <a:r>
              <a:rPr lang="de-AT" sz="1400" dirty="0"/>
              <a:t> </a:t>
            </a:r>
            <a:r>
              <a:rPr lang="de-AT" sz="1400" dirty="0" err="1"/>
              <a:t>tab</a:t>
            </a:r>
            <a:endParaRPr lang="de-AT" sz="1400" dirty="0"/>
          </a:p>
        </p:txBody>
      </p:sp>
    </p:spTree>
    <p:extLst>
      <p:ext uri="{BB962C8B-B14F-4D97-AF65-F5344CB8AC3E}">
        <p14:creationId xmlns:p14="http://schemas.microsoft.com/office/powerpoint/2010/main" val="1350779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020" y="2492896"/>
            <a:ext cx="4572000" cy="31623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</a:t>
            </a:r>
            <a:r>
              <a:rPr lang="de-AT" dirty="0" err="1"/>
              <a:t>Selection</a:t>
            </a:r>
            <a:endParaRPr lang="de-AT" dirty="0"/>
          </a:p>
        </p:txBody>
      </p:sp>
      <p:sp>
        <p:nvSpPr>
          <p:cNvPr id="7" name="Abgerundete rechteckige Legende 6"/>
          <p:cNvSpPr/>
          <p:nvPr/>
        </p:nvSpPr>
        <p:spPr>
          <a:xfrm>
            <a:off x="2483768" y="1196752"/>
            <a:ext cx="1656184" cy="576064"/>
          </a:xfrm>
          <a:prstGeom prst="wedgeRoundRectCallout">
            <a:avLst>
              <a:gd name="adj1" fmla="val -31079"/>
              <a:gd name="adj2" fmla="val 18523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  <p:sp>
        <p:nvSpPr>
          <p:cNvPr id="9" name="Ellipse 8"/>
          <p:cNvSpPr/>
          <p:nvPr/>
        </p:nvSpPr>
        <p:spPr>
          <a:xfrm>
            <a:off x="3176718" y="2533239"/>
            <a:ext cx="1899338" cy="504056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" name="Abgerundete rechteckige Legende 9"/>
          <p:cNvSpPr/>
          <p:nvPr/>
        </p:nvSpPr>
        <p:spPr>
          <a:xfrm>
            <a:off x="5436096" y="1268760"/>
            <a:ext cx="1656184" cy="576064"/>
          </a:xfrm>
          <a:prstGeom prst="wedgeRoundRectCallout">
            <a:avLst>
              <a:gd name="adj1" fmla="val -93120"/>
              <a:gd name="adj2" fmla="val 18032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Condition</a:t>
            </a:r>
            <a:endParaRPr lang="de-AT" dirty="0"/>
          </a:p>
        </p:txBody>
      </p:sp>
      <p:sp>
        <p:nvSpPr>
          <p:cNvPr id="11" name="Abgerundetes Rechteck 10"/>
          <p:cNvSpPr/>
          <p:nvPr/>
        </p:nvSpPr>
        <p:spPr>
          <a:xfrm>
            <a:off x="3118274" y="3250170"/>
            <a:ext cx="4046013" cy="576064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Abgerundete rechteckige Legende 11"/>
          <p:cNvSpPr/>
          <p:nvPr/>
        </p:nvSpPr>
        <p:spPr>
          <a:xfrm>
            <a:off x="6660232" y="2420888"/>
            <a:ext cx="1656184" cy="576064"/>
          </a:xfrm>
          <a:prstGeom prst="wedgeRoundRectCallout">
            <a:avLst>
              <a:gd name="adj1" fmla="val -85721"/>
              <a:gd name="adj2" fmla="val 9031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If</a:t>
            </a:r>
            <a:r>
              <a:rPr lang="de-AT" dirty="0"/>
              <a:t> </a:t>
            </a:r>
            <a:r>
              <a:rPr lang="de-AT" dirty="0" err="1"/>
              <a:t>branch</a:t>
            </a:r>
            <a:endParaRPr lang="de-AT" dirty="0"/>
          </a:p>
        </p:txBody>
      </p:sp>
      <p:cxnSp>
        <p:nvCxnSpPr>
          <p:cNvPr id="15" name="Gerade Verbindung mit Pfeil 14"/>
          <p:cNvCxnSpPr/>
          <p:nvPr/>
        </p:nvCxnSpPr>
        <p:spPr>
          <a:xfrm>
            <a:off x="2555776" y="3501008"/>
            <a:ext cx="576064" cy="0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ige Legende 15"/>
          <p:cNvSpPr/>
          <p:nvPr/>
        </p:nvSpPr>
        <p:spPr>
          <a:xfrm>
            <a:off x="683568" y="4005064"/>
            <a:ext cx="864095" cy="472455"/>
          </a:xfrm>
          <a:prstGeom prst="wedgeRectCallout">
            <a:avLst>
              <a:gd name="adj1" fmla="val 167245"/>
              <a:gd name="adj2" fmla="val -15181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 err="1"/>
              <a:t>Indent</a:t>
            </a:r>
            <a:endParaRPr lang="de-AT" sz="1400" dirty="0"/>
          </a:p>
          <a:p>
            <a:pPr algn="ctr"/>
            <a:r>
              <a:rPr lang="de-AT" sz="1400" dirty="0" err="1"/>
              <a:t>one</a:t>
            </a:r>
            <a:r>
              <a:rPr lang="de-AT" sz="1400" dirty="0"/>
              <a:t> </a:t>
            </a:r>
            <a:r>
              <a:rPr lang="de-AT" sz="1400" dirty="0" err="1"/>
              <a:t>tab</a:t>
            </a:r>
            <a:endParaRPr lang="de-AT" sz="1400" dirty="0"/>
          </a:p>
        </p:txBody>
      </p:sp>
      <p:cxnSp>
        <p:nvCxnSpPr>
          <p:cNvPr id="17" name="Gerade Verbindung mit Pfeil 16"/>
          <p:cNvCxnSpPr/>
          <p:nvPr/>
        </p:nvCxnSpPr>
        <p:spPr>
          <a:xfrm>
            <a:off x="2555776" y="5013176"/>
            <a:ext cx="576064" cy="0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hteckige Legende 17"/>
          <p:cNvSpPr/>
          <p:nvPr/>
        </p:nvSpPr>
        <p:spPr>
          <a:xfrm>
            <a:off x="683568" y="4005064"/>
            <a:ext cx="864095" cy="472455"/>
          </a:xfrm>
          <a:prstGeom prst="wedgeRectCallout">
            <a:avLst>
              <a:gd name="adj1" fmla="val 157426"/>
              <a:gd name="adj2" fmla="val 153461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 err="1"/>
              <a:t>Indent</a:t>
            </a:r>
            <a:endParaRPr lang="de-AT" sz="1400" dirty="0"/>
          </a:p>
          <a:p>
            <a:pPr algn="ctr"/>
            <a:r>
              <a:rPr lang="de-AT" sz="1400" dirty="0" err="1"/>
              <a:t>one</a:t>
            </a:r>
            <a:r>
              <a:rPr lang="de-AT" sz="1400" dirty="0"/>
              <a:t> </a:t>
            </a:r>
            <a:r>
              <a:rPr lang="de-AT" sz="1400" dirty="0" err="1"/>
              <a:t>tab</a:t>
            </a:r>
            <a:endParaRPr lang="de-AT" sz="1400" dirty="0"/>
          </a:p>
        </p:txBody>
      </p:sp>
      <p:sp>
        <p:nvSpPr>
          <p:cNvPr id="19" name="Abgerundetes Rechteck 18"/>
          <p:cNvSpPr/>
          <p:nvPr/>
        </p:nvSpPr>
        <p:spPr>
          <a:xfrm>
            <a:off x="3131840" y="4725144"/>
            <a:ext cx="4032447" cy="576064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0" name="Abgerundete rechteckige Legende 19"/>
          <p:cNvSpPr/>
          <p:nvPr/>
        </p:nvSpPr>
        <p:spPr>
          <a:xfrm>
            <a:off x="6812632" y="5517232"/>
            <a:ext cx="1656184" cy="576064"/>
          </a:xfrm>
          <a:prstGeom prst="wedgeRoundRectCallout">
            <a:avLst>
              <a:gd name="adj1" fmla="val -68076"/>
              <a:gd name="adj2" fmla="val -8968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Else </a:t>
            </a:r>
            <a:r>
              <a:rPr lang="de-AT" dirty="0" err="1"/>
              <a:t>branch</a:t>
            </a:r>
            <a:endParaRPr lang="de-AT" dirty="0"/>
          </a:p>
        </p:txBody>
      </p:sp>
      <p:sp>
        <p:nvSpPr>
          <p:cNvPr id="21" name="Abgerundete rechteckige Legende 20"/>
          <p:cNvSpPr/>
          <p:nvPr/>
        </p:nvSpPr>
        <p:spPr>
          <a:xfrm>
            <a:off x="7164288" y="3933056"/>
            <a:ext cx="1656184" cy="576064"/>
          </a:xfrm>
          <a:prstGeom prst="wedgeRoundRectCallout">
            <a:avLst>
              <a:gd name="adj1" fmla="val -282091"/>
              <a:gd name="adj2" fmla="val 522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</p:spTree>
    <p:extLst>
      <p:ext uri="{BB962C8B-B14F-4D97-AF65-F5344CB8AC3E}">
        <p14:creationId xmlns:p14="http://schemas.microsoft.com/office/powerpoint/2010/main" val="92736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  <p:bldP spid="16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179741"/>
            <a:ext cx="5701630" cy="5112689"/>
          </a:xfrm>
          <a:prstGeom prst="rect">
            <a:avLst/>
          </a:prstGeom>
        </p:spPr>
      </p:pic>
      <p:sp>
        <p:nvSpPr>
          <p:cNvPr id="10" name="Abgerundete rechteckige Legende 9"/>
          <p:cNvSpPr/>
          <p:nvPr/>
        </p:nvSpPr>
        <p:spPr>
          <a:xfrm>
            <a:off x="4918348" y="908720"/>
            <a:ext cx="1656184" cy="576064"/>
          </a:xfrm>
          <a:prstGeom prst="wedgeRoundRectCallout">
            <a:avLst>
              <a:gd name="adj1" fmla="val -126132"/>
              <a:gd name="adj2" fmla="val 15044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Expression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Switch</a:t>
            </a:r>
          </a:p>
        </p:txBody>
      </p:sp>
      <p:sp>
        <p:nvSpPr>
          <p:cNvPr id="7" name="Abgerundete rechteckige Legende 6"/>
          <p:cNvSpPr/>
          <p:nvPr/>
        </p:nvSpPr>
        <p:spPr>
          <a:xfrm>
            <a:off x="35496" y="1916832"/>
            <a:ext cx="1656184" cy="576064"/>
          </a:xfrm>
          <a:prstGeom prst="wedgeRoundRectCallout">
            <a:avLst>
              <a:gd name="adj1" fmla="val 53730"/>
              <a:gd name="adj2" fmla="val -142051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  <p:sp>
        <p:nvSpPr>
          <p:cNvPr id="12" name="Abgerundete rechteckige Legende 11"/>
          <p:cNvSpPr/>
          <p:nvPr/>
        </p:nvSpPr>
        <p:spPr>
          <a:xfrm>
            <a:off x="6660232" y="3789040"/>
            <a:ext cx="1872208" cy="576064"/>
          </a:xfrm>
          <a:prstGeom prst="wedgeRoundRectCallout">
            <a:avLst>
              <a:gd name="adj1" fmla="val -158664"/>
              <a:gd name="adj2" fmla="val -246783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Case </a:t>
            </a:r>
            <a:r>
              <a:rPr lang="de-AT" dirty="0" err="1"/>
              <a:t>branches</a:t>
            </a:r>
            <a:endParaRPr lang="de-AT" dirty="0"/>
          </a:p>
        </p:txBody>
      </p:sp>
      <p:sp>
        <p:nvSpPr>
          <p:cNvPr id="22" name="Abgerundete rechteckige Legende 21"/>
          <p:cNvSpPr/>
          <p:nvPr/>
        </p:nvSpPr>
        <p:spPr>
          <a:xfrm>
            <a:off x="7164288" y="2204864"/>
            <a:ext cx="1656184" cy="576064"/>
          </a:xfrm>
          <a:prstGeom prst="wedgeRoundRectCallout">
            <a:avLst>
              <a:gd name="adj1" fmla="val -293475"/>
              <a:gd name="adj2" fmla="val -58595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Case </a:t>
            </a:r>
            <a:r>
              <a:rPr lang="de-AT" dirty="0" err="1"/>
              <a:t>labels</a:t>
            </a:r>
            <a:endParaRPr lang="de-AT" dirty="0"/>
          </a:p>
        </p:txBody>
      </p:sp>
      <p:sp>
        <p:nvSpPr>
          <p:cNvPr id="17" name="Abgerundete rechteckige Legende 16"/>
          <p:cNvSpPr/>
          <p:nvPr/>
        </p:nvSpPr>
        <p:spPr>
          <a:xfrm>
            <a:off x="35496" y="1916832"/>
            <a:ext cx="1656184" cy="576064"/>
          </a:xfrm>
          <a:prstGeom prst="wedgeRoundRectCallout">
            <a:avLst>
              <a:gd name="adj1" fmla="val 92435"/>
              <a:gd name="adj2" fmla="val -2423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  <p:sp>
        <p:nvSpPr>
          <p:cNvPr id="18" name="Abgerundete rechteckige Legende 17"/>
          <p:cNvSpPr/>
          <p:nvPr/>
        </p:nvSpPr>
        <p:spPr>
          <a:xfrm>
            <a:off x="323528" y="4869160"/>
            <a:ext cx="1656184" cy="576064"/>
          </a:xfrm>
          <a:prstGeom prst="wedgeRoundRectCallout">
            <a:avLst>
              <a:gd name="adj1" fmla="val 38362"/>
              <a:gd name="adj2" fmla="val 113228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Block </a:t>
            </a:r>
            <a:r>
              <a:rPr lang="de-AT" dirty="0" err="1"/>
              <a:t>start</a:t>
            </a:r>
            <a:r>
              <a:rPr lang="de-AT" dirty="0"/>
              <a:t> / end</a:t>
            </a:r>
          </a:p>
        </p:txBody>
      </p:sp>
      <p:sp>
        <p:nvSpPr>
          <p:cNvPr id="19" name="Abgerundete rechteckige Legende 18"/>
          <p:cNvSpPr/>
          <p:nvPr/>
        </p:nvSpPr>
        <p:spPr>
          <a:xfrm>
            <a:off x="323528" y="4869160"/>
            <a:ext cx="1656184" cy="576064"/>
          </a:xfrm>
          <a:prstGeom prst="wedgeRoundRectCallout">
            <a:avLst>
              <a:gd name="adj1" fmla="val 42346"/>
              <a:gd name="adj2" fmla="val -570794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Block </a:t>
            </a:r>
            <a:r>
              <a:rPr lang="de-AT" dirty="0" err="1"/>
              <a:t>start</a:t>
            </a:r>
            <a:r>
              <a:rPr lang="de-AT" dirty="0"/>
              <a:t> / end</a:t>
            </a:r>
          </a:p>
        </p:txBody>
      </p:sp>
      <p:sp>
        <p:nvSpPr>
          <p:cNvPr id="20" name="Ellipse 19"/>
          <p:cNvSpPr/>
          <p:nvPr/>
        </p:nvSpPr>
        <p:spPr>
          <a:xfrm>
            <a:off x="1736520" y="1467272"/>
            <a:ext cx="243192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1" name="Ellipse 20"/>
          <p:cNvSpPr/>
          <p:nvPr/>
        </p:nvSpPr>
        <p:spPr>
          <a:xfrm>
            <a:off x="1691680" y="5805264"/>
            <a:ext cx="243192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7" name="Abgerundete rechteckige Legende 26"/>
          <p:cNvSpPr/>
          <p:nvPr/>
        </p:nvSpPr>
        <p:spPr>
          <a:xfrm>
            <a:off x="4427984" y="6021288"/>
            <a:ext cx="1872208" cy="576064"/>
          </a:xfrm>
          <a:prstGeom prst="wedgeRoundRectCallout">
            <a:avLst>
              <a:gd name="adj1" fmla="val -98243"/>
              <a:gd name="adj2" fmla="val -74959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Default </a:t>
            </a:r>
            <a:r>
              <a:rPr lang="de-AT" dirty="0" err="1"/>
              <a:t>branch</a:t>
            </a:r>
            <a:endParaRPr lang="de-AT" dirty="0"/>
          </a:p>
        </p:txBody>
      </p:sp>
      <p:sp>
        <p:nvSpPr>
          <p:cNvPr id="28" name="Ellipse 27"/>
          <p:cNvSpPr/>
          <p:nvPr/>
        </p:nvSpPr>
        <p:spPr>
          <a:xfrm>
            <a:off x="2328505" y="1827312"/>
            <a:ext cx="1019359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9" name="Ellipse 28"/>
          <p:cNvSpPr/>
          <p:nvPr/>
        </p:nvSpPr>
        <p:spPr>
          <a:xfrm>
            <a:off x="3563888" y="1772816"/>
            <a:ext cx="1019359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0" name="Ellipse 29"/>
          <p:cNvSpPr/>
          <p:nvPr/>
        </p:nvSpPr>
        <p:spPr>
          <a:xfrm>
            <a:off x="4788024" y="1772816"/>
            <a:ext cx="1019359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1" name="Ellipse 30"/>
          <p:cNvSpPr/>
          <p:nvPr/>
        </p:nvSpPr>
        <p:spPr>
          <a:xfrm>
            <a:off x="6012160" y="1772816"/>
            <a:ext cx="1019359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2" name="Abgerundete rechteckige Legende 31"/>
          <p:cNvSpPr/>
          <p:nvPr/>
        </p:nvSpPr>
        <p:spPr>
          <a:xfrm>
            <a:off x="7164288" y="2204864"/>
            <a:ext cx="1656184" cy="576064"/>
          </a:xfrm>
          <a:prstGeom prst="wedgeRoundRectCallout">
            <a:avLst>
              <a:gd name="adj1" fmla="val -215496"/>
              <a:gd name="adj2" fmla="val -65141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Case </a:t>
            </a:r>
            <a:r>
              <a:rPr lang="de-AT" dirty="0" err="1"/>
              <a:t>labels</a:t>
            </a:r>
            <a:endParaRPr lang="de-AT" dirty="0"/>
          </a:p>
        </p:txBody>
      </p:sp>
      <p:sp>
        <p:nvSpPr>
          <p:cNvPr id="33" name="Abgerundete rechteckige Legende 32"/>
          <p:cNvSpPr/>
          <p:nvPr/>
        </p:nvSpPr>
        <p:spPr>
          <a:xfrm>
            <a:off x="7164288" y="2204864"/>
            <a:ext cx="1656184" cy="576064"/>
          </a:xfrm>
          <a:prstGeom prst="wedgeRoundRectCallout">
            <a:avLst>
              <a:gd name="adj1" fmla="val -138656"/>
              <a:gd name="adj2" fmla="val -61868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Case </a:t>
            </a:r>
            <a:r>
              <a:rPr lang="de-AT" dirty="0" err="1"/>
              <a:t>labels</a:t>
            </a:r>
            <a:endParaRPr lang="de-AT" dirty="0"/>
          </a:p>
        </p:txBody>
      </p:sp>
      <p:sp>
        <p:nvSpPr>
          <p:cNvPr id="34" name="Abgerundete rechteckige Legende 33"/>
          <p:cNvSpPr/>
          <p:nvPr/>
        </p:nvSpPr>
        <p:spPr>
          <a:xfrm>
            <a:off x="7164288" y="2204864"/>
            <a:ext cx="1656184" cy="576064"/>
          </a:xfrm>
          <a:prstGeom prst="wedgeRoundRectCallout">
            <a:avLst>
              <a:gd name="adj1" fmla="val -64662"/>
              <a:gd name="adj2" fmla="val -63504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Case </a:t>
            </a:r>
            <a:r>
              <a:rPr lang="de-AT" dirty="0" err="1"/>
              <a:t>labels</a:t>
            </a:r>
            <a:endParaRPr lang="de-AT" dirty="0"/>
          </a:p>
        </p:txBody>
      </p:sp>
      <p:sp>
        <p:nvSpPr>
          <p:cNvPr id="35" name="Abgerundetes Rechteck 34"/>
          <p:cNvSpPr/>
          <p:nvPr/>
        </p:nvSpPr>
        <p:spPr>
          <a:xfrm>
            <a:off x="2915942" y="2189243"/>
            <a:ext cx="1739314" cy="646182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6" name="Abgerundetes Rechteck 35"/>
          <p:cNvSpPr/>
          <p:nvPr/>
        </p:nvSpPr>
        <p:spPr>
          <a:xfrm>
            <a:off x="2915816" y="3214866"/>
            <a:ext cx="1739314" cy="646182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7" name="Abgerundetes Rechteck 36"/>
          <p:cNvSpPr/>
          <p:nvPr/>
        </p:nvSpPr>
        <p:spPr>
          <a:xfrm>
            <a:off x="2915816" y="4222978"/>
            <a:ext cx="1739314" cy="646182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8" name="Abgerundetes Rechteck 37"/>
          <p:cNvSpPr/>
          <p:nvPr/>
        </p:nvSpPr>
        <p:spPr>
          <a:xfrm>
            <a:off x="2915816" y="5157191"/>
            <a:ext cx="4248472" cy="702569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9" name="Abgerundete rechteckige Legende 38"/>
          <p:cNvSpPr/>
          <p:nvPr/>
        </p:nvSpPr>
        <p:spPr>
          <a:xfrm>
            <a:off x="6660232" y="3789040"/>
            <a:ext cx="1872208" cy="576064"/>
          </a:xfrm>
          <a:prstGeom prst="wedgeRoundRectCallout">
            <a:avLst>
              <a:gd name="adj1" fmla="val -158160"/>
              <a:gd name="adj2" fmla="val -86414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Case </a:t>
            </a:r>
            <a:r>
              <a:rPr lang="de-AT" dirty="0" err="1"/>
              <a:t>branches</a:t>
            </a:r>
            <a:endParaRPr lang="de-AT" dirty="0"/>
          </a:p>
        </p:txBody>
      </p:sp>
      <p:sp>
        <p:nvSpPr>
          <p:cNvPr id="40" name="Abgerundete rechteckige Legende 39"/>
          <p:cNvSpPr/>
          <p:nvPr/>
        </p:nvSpPr>
        <p:spPr>
          <a:xfrm>
            <a:off x="6660232" y="3789040"/>
            <a:ext cx="1872208" cy="576064"/>
          </a:xfrm>
          <a:prstGeom prst="wedgeRoundRectCallout">
            <a:avLst>
              <a:gd name="adj1" fmla="val -159671"/>
              <a:gd name="adj2" fmla="val 73955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Case </a:t>
            </a:r>
            <a:r>
              <a:rPr lang="de-AT" dirty="0" err="1"/>
              <a:t>branches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32111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animBg="1"/>
      <p:bldP spid="12" grpId="0" animBg="1"/>
      <p:bldP spid="22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bgerundete rechteckige Legende 9"/>
          <p:cNvSpPr/>
          <p:nvPr/>
        </p:nvSpPr>
        <p:spPr>
          <a:xfrm>
            <a:off x="4918348" y="1268760"/>
            <a:ext cx="1656184" cy="576064"/>
          </a:xfrm>
          <a:prstGeom prst="wedgeRoundRectCallout">
            <a:avLst>
              <a:gd name="adj1" fmla="val -44739"/>
              <a:gd name="adj2" fmla="val 186868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Condition</a:t>
            </a:r>
            <a:endParaRPr lang="de-AT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2600325"/>
            <a:ext cx="3429000" cy="165735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</a:t>
            </a:r>
            <a:r>
              <a:rPr lang="de-AT" dirty="0" err="1"/>
              <a:t>While</a:t>
            </a:r>
            <a:r>
              <a:rPr lang="de-AT" dirty="0"/>
              <a:t>-Loop</a:t>
            </a:r>
          </a:p>
        </p:txBody>
      </p:sp>
      <p:sp>
        <p:nvSpPr>
          <p:cNvPr id="7" name="Abgerundete rechteckige Legende 6"/>
          <p:cNvSpPr/>
          <p:nvPr/>
        </p:nvSpPr>
        <p:spPr>
          <a:xfrm>
            <a:off x="2483768" y="1196752"/>
            <a:ext cx="1656184" cy="576064"/>
          </a:xfrm>
          <a:prstGeom prst="wedgeRoundRectCallout">
            <a:avLst>
              <a:gd name="adj1" fmla="val -31079"/>
              <a:gd name="adj2" fmla="val 185232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  <p:sp>
        <p:nvSpPr>
          <p:cNvPr id="9" name="Ellipse 8"/>
          <p:cNvSpPr/>
          <p:nvPr/>
        </p:nvSpPr>
        <p:spPr>
          <a:xfrm>
            <a:off x="2123728" y="2600325"/>
            <a:ext cx="3645024" cy="540643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" name="Abgerundetes Rechteck 10"/>
          <p:cNvSpPr/>
          <p:nvPr/>
        </p:nvSpPr>
        <p:spPr>
          <a:xfrm>
            <a:off x="2987825" y="3284984"/>
            <a:ext cx="2664296" cy="576064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Abgerundete rechteckige Legende 11"/>
          <p:cNvSpPr/>
          <p:nvPr/>
        </p:nvSpPr>
        <p:spPr>
          <a:xfrm>
            <a:off x="6660232" y="4293096"/>
            <a:ext cx="1656184" cy="576064"/>
          </a:xfrm>
          <a:prstGeom prst="wedgeRoundRectCallout">
            <a:avLst>
              <a:gd name="adj1" fmla="val -111334"/>
              <a:gd name="adj2" fmla="val -161689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Body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loop</a:t>
            </a:r>
            <a:endParaRPr lang="de-AT" dirty="0"/>
          </a:p>
        </p:txBody>
      </p:sp>
      <p:cxnSp>
        <p:nvCxnSpPr>
          <p:cNvPr id="15" name="Gerade Verbindung mit Pfeil 14"/>
          <p:cNvCxnSpPr/>
          <p:nvPr/>
        </p:nvCxnSpPr>
        <p:spPr>
          <a:xfrm>
            <a:off x="2411760" y="3501008"/>
            <a:ext cx="576064" cy="0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ige Legende 15"/>
          <p:cNvSpPr/>
          <p:nvPr/>
        </p:nvSpPr>
        <p:spPr>
          <a:xfrm>
            <a:off x="683568" y="4005064"/>
            <a:ext cx="864095" cy="472455"/>
          </a:xfrm>
          <a:prstGeom prst="wedgeRectCallout">
            <a:avLst>
              <a:gd name="adj1" fmla="val 146517"/>
              <a:gd name="adj2" fmla="val -14782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 err="1"/>
              <a:t>Indent</a:t>
            </a:r>
            <a:endParaRPr lang="de-AT" sz="1400" dirty="0"/>
          </a:p>
          <a:p>
            <a:pPr algn="ctr"/>
            <a:r>
              <a:rPr lang="de-AT" sz="1400" dirty="0" err="1"/>
              <a:t>one</a:t>
            </a:r>
            <a:r>
              <a:rPr lang="de-AT" sz="1400" dirty="0"/>
              <a:t> </a:t>
            </a:r>
            <a:r>
              <a:rPr lang="de-AT" sz="1400" dirty="0" err="1"/>
              <a:t>tab</a:t>
            </a:r>
            <a:endParaRPr lang="de-AT" sz="1400" dirty="0"/>
          </a:p>
        </p:txBody>
      </p:sp>
      <p:sp>
        <p:nvSpPr>
          <p:cNvPr id="22" name="Abgerundete rechteckige Legende 21"/>
          <p:cNvSpPr/>
          <p:nvPr/>
        </p:nvSpPr>
        <p:spPr>
          <a:xfrm>
            <a:off x="6812632" y="2420888"/>
            <a:ext cx="1656184" cy="576064"/>
          </a:xfrm>
          <a:prstGeom prst="wedgeRoundRectCallout">
            <a:avLst>
              <a:gd name="adj1" fmla="val -113042"/>
              <a:gd name="adj2" fmla="val 28135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Head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loop</a:t>
            </a:r>
            <a:endParaRPr lang="de-AT" dirty="0"/>
          </a:p>
        </p:txBody>
      </p:sp>
      <p:sp>
        <p:nvSpPr>
          <p:cNvPr id="23" name="Abgerundete rechteckige Legende 22"/>
          <p:cNvSpPr/>
          <p:nvPr/>
        </p:nvSpPr>
        <p:spPr>
          <a:xfrm>
            <a:off x="3491880" y="5157192"/>
            <a:ext cx="1656184" cy="576064"/>
          </a:xfrm>
          <a:prstGeom prst="wedgeRoundRectCallout">
            <a:avLst>
              <a:gd name="adj1" fmla="val -106212"/>
              <a:gd name="adj2" fmla="val -359696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Block </a:t>
            </a:r>
            <a:r>
              <a:rPr lang="de-AT" dirty="0" err="1"/>
              <a:t>start</a:t>
            </a:r>
            <a:r>
              <a:rPr lang="de-AT" dirty="0"/>
              <a:t> / end</a:t>
            </a:r>
          </a:p>
        </p:txBody>
      </p:sp>
      <p:sp>
        <p:nvSpPr>
          <p:cNvPr id="24" name="Abgerundete rechteckige Legende 23"/>
          <p:cNvSpPr/>
          <p:nvPr/>
        </p:nvSpPr>
        <p:spPr>
          <a:xfrm>
            <a:off x="3491880" y="5157192"/>
            <a:ext cx="1656184" cy="576064"/>
          </a:xfrm>
          <a:prstGeom prst="wedgeRoundRectCallout">
            <a:avLst>
              <a:gd name="adj1" fmla="val -110196"/>
              <a:gd name="adj2" fmla="val -240238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Block </a:t>
            </a:r>
            <a:r>
              <a:rPr lang="de-AT" dirty="0" err="1"/>
              <a:t>start</a:t>
            </a:r>
            <a:r>
              <a:rPr lang="de-AT" dirty="0"/>
              <a:t> / end</a:t>
            </a:r>
          </a:p>
        </p:txBody>
      </p:sp>
      <p:sp>
        <p:nvSpPr>
          <p:cNvPr id="25" name="Ellipse 24"/>
          <p:cNvSpPr/>
          <p:nvPr/>
        </p:nvSpPr>
        <p:spPr>
          <a:xfrm>
            <a:off x="2339752" y="2996952"/>
            <a:ext cx="243192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6" name="Ellipse 25"/>
          <p:cNvSpPr/>
          <p:nvPr/>
        </p:nvSpPr>
        <p:spPr>
          <a:xfrm>
            <a:off x="2339752" y="3771528"/>
            <a:ext cx="243192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75151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animBg="1"/>
      <p:bldP spid="9" grpId="0" animBg="1"/>
      <p:bldP spid="11" grpId="0" animBg="1"/>
      <p:bldP spid="12" grpId="0" animBg="1"/>
      <p:bldP spid="16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5" y="2229724"/>
            <a:ext cx="8064896" cy="2170973"/>
          </a:xfrm>
          <a:prstGeom prst="rect">
            <a:avLst/>
          </a:prstGeom>
        </p:spPr>
      </p:pic>
      <p:sp>
        <p:nvSpPr>
          <p:cNvPr id="9" name="Ellipse 8"/>
          <p:cNvSpPr/>
          <p:nvPr/>
        </p:nvSpPr>
        <p:spPr>
          <a:xfrm>
            <a:off x="2267744" y="4005064"/>
            <a:ext cx="1988840" cy="413147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7" name="Abgerundetes Rechteck 26"/>
          <p:cNvSpPr/>
          <p:nvPr/>
        </p:nvSpPr>
        <p:spPr>
          <a:xfrm>
            <a:off x="1187624" y="4005064"/>
            <a:ext cx="3456384" cy="337548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" name="Abgerundete rechteckige Legende 9"/>
          <p:cNvSpPr/>
          <p:nvPr/>
        </p:nvSpPr>
        <p:spPr>
          <a:xfrm>
            <a:off x="5004048" y="5229200"/>
            <a:ext cx="1656184" cy="576064"/>
          </a:xfrm>
          <a:prstGeom prst="wedgeRoundRectCallout">
            <a:avLst>
              <a:gd name="adj1" fmla="val -117026"/>
              <a:gd name="adj2" fmla="val -214054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Condition</a:t>
            </a:r>
            <a:endParaRPr lang="de-AT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Do-</a:t>
            </a:r>
            <a:r>
              <a:rPr lang="de-AT" dirty="0" err="1"/>
              <a:t>While</a:t>
            </a:r>
            <a:r>
              <a:rPr lang="de-AT" dirty="0"/>
              <a:t>-Loop</a:t>
            </a:r>
          </a:p>
        </p:txBody>
      </p:sp>
      <p:sp>
        <p:nvSpPr>
          <p:cNvPr id="7" name="Abgerundete rechteckige Legende 6"/>
          <p:cNvSpPr/>
          <p:nvPr/>
        </p:nvSpPr>
        <p:spPr>
          <a:xfrm>
            <a:off x="107504" y="980728"/>
            <a:ext cx="1656184" cy="576064"/>
          </a:xfrm>
          <a:prstGeom prst="wedgeRoundRectCallout">
            <a:avLst>
              <a:gd name="adj1" fmla="val -2620"/>
              <a:gd name="adj2" fmla="val 249052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  <p:sp>
        <p:nvSpPr>
          <p:cNvPr id="11" name="Abgerundetes Rechteck 10"/>
          <p:cNvSpPr/>
          <p:nvPr/>
        </p:nvSpPr>
        <p:spPr>
          <a:xfrm>
            <a:off x="1475656" y="3213149"/>
            <a:ext cx="7416825" cy="791915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Abgerundete rechteckige Legende 11"/>
          <p:cNvSpPr/>
          <p:nvPr/>
        </p:nvSpPr>
        <p:spPr>
          <a:xfrm>
            <a:off x="6660232" y="2132856"/>
            <a:ext cx="1656184" cy="576064"/>
          </a:xfrm>
          <a:prstGeom prst="wedgeRoundRectCallout">
            <a:avLst>
              <a:gd name="adj1" fmla="val -15711"/>
              <a:gd name="adj2" fmla="val 137775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Body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loop</a:t>
            </a:r>
            <a:endParaRPr lang="de-AT" dirty="0"/>
          </a:p>
        </p:txBody>
      </p:sp>
      <p:sp>
        <p:nvSpPr>
          <p:cNvPr id="22" name="Abgerundete rechteckige Legende 21"/>
          <p:cNvSpPr/>
          <p:nvPr/>
        </p:nvSpPr>
        <p:spPr>
          <a:xfrm>
            <a:off x="6444208" y="4365104"/>
            <a:ext cx="1656184" cy="576064"/>
          </a:xfrm>
          <a:prstGeom prst="wedgeRoundRectCallout">
            <a:avLst>
              <a:gd name="adj1" fmla="val -159146"/>
              <a:gd name="adj2" fmla="val -7005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Foot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loop</a:t>
            </a:r>
            <a:endParaRPr lang="de-AT" dirty="0"/>
          </a:p>
        </p:txBody>
      </p:sp>
      <p:sp>
        <p:nvSpPr>
          <p:cNvPr id="23" name="Abgerundete rechteckige Legende 22"/>
          <p:cNvSpPr/>
          <p:nvPr/>
        </p:nvSpPr>
        <p:spPr>
          <a:xfrm>
            <a:off x="3575906" y="2204864"/>
            <a:ext cx="2292238" cy="576064"/>
          </a:xfrm>
          <a:prstGeom prst="wedgeRoundRectCallout">
            <a:avLst>
              <a:gd name="adj1" fmla="val -160967"/>
              <a:gd name="adj2" fmla="val 8541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Start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body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loop</a:t>
            </a:r>
            <a:endParaRPr lang="de-AT" dirty="0"/>
          </a:p>
        </p:txBody>
      </p:sp>
      <p:sp>
        <p:nvSpPr>
          <p:cNvPr id="25" name="Ellipse 24"/>
          <p:cNvSpPr/>
          <p:nvPr/>
        </p:nvSpPr>
        <p:spPr>
          <a:xfrm>
            <a:off x="872424" y="2943024"/>
            <a:ext cx="198352" cy="413967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6" name="Ellipse 25"/>
          <p:cNvSpPr/>
          <p:nvPr/>
        </p:nvSpPr>
        <p:spPr>
          <a:xfrm>
            <a:off x="872424" y="3987551"/>
            <a:ext cx="198352" cy="510013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4" name="Abgerundete rechteckige Legende 23"/>
          <p:cNvSpPr/>
          <p:nvPr/>
        </p:nvSpPr>
        <p:spPr>
          <a:xfrm>
            <a:off x="35496" y="5445224"/>
            <a:ext cx="2376265" cy="576064"/>
          </a:xfrm>
          <a:prstGeom prst="wedgeRoundRectCallout">
            <a:avLst>
              <a:gd name="adj1" fmla="val -11725"/>
              <a:gd name="adj2" fmla="val -220602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End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body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loop</a:t>
            </a:r>
            <a:endParaRPr lang="de-AT" dirty="0"/>
          </a:p>
        </p:txBody>
      </p:sp>
      <p:sp>
        <p:nvSpPr>
          <p:cNvPr id="28" name="Abgerundete rechteckige Legende 27"/>
          <p:cNvSpPr/>
          <p:nvPr/>
        </p:nvSpPr>
        <p:spPr>
          <a:xfrm>
            <a:off x="2915816" y="5373216"/>
            <a:ext cx="1656184" cy="523714"/>
          </a:xfrm>
          <a:prstGeom prst="wedgeRoundRectCallout">
            <a:avLst>
              <a:gd name="adj1" fmla="val -109058"/>
              <a:gd name="adj2" fmla="val -260032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</p:spTree>
    <p:extLst>
      <p:ext uri="{BB962C8B-B14F-4D97-AF65-F5344CB8AC3E}">
        <p14:creationId xmlns:p14="http://schemas.microsoft.com/office/powerpoint/2010/main" val="2033328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7" grpId="0" animBg="1"/>
      <p:bldP spid="10" grpId="0" animBg="1"/>
      <p:bldP spid="7" grpId="0" animBg="1"/>
      <p:bldP spid="11" grpId="0" animBg="1"/>
      <p:bldP spid="12" grpId="0" animBg="1"/>
      <p:bldP spid="22" grpId="0" animBg="1"/>
      <p:bldP spid="23" grpId="0" animBg="1"/>
      <p:bldP spid="25" grpId="0" animBg="1"/>
      <p:bldP spid="26" grpId="0" animBg="1"/>
      <p:bldP spid="24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" y="1700212"/>
            <a:ext cx="8410575" cy="3457575"/>
          </a:xfrm>
          <a:prstGeom prst="rect">
            <a:avLst/>
          </a:prstGeom>
        </p:spPr>
      </p:pic>
      <p:sp>
        <p:nvSpPr>
          <p:cNvPr id="10" name="Abgerundete rechteckige Legende 9"/>
          <p:cNvSpPr/>
          <p:nvPr/>
        </p:nvSpPr>
        <p:spPr>
          <a:xfrm>
            <a:off x="2555776" y="980728"/>
            <a:ext cx="1944216" cy="576064"/>
          </a:xfrm>
          <a:prstGeom prst="wedgeRoundRectCallout">
            <a:avLst>
              <a:gd name="adj1" fmla="val -76740"/>
              <a:gd name="adj2" fmla="val 216323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Declaration</a:t>
            </a:r>
            <a:r>
              <a:rPr lang="de-AT" dirty="0"/>
              <a:t> </a:t>
            </a:r>
            <a:r>
              <a:rPr lang="de-AT" dirty="0" err="1"/>
              <a:t>and</a:t>
            </a:r>
            <a:r>
              <a:rPr lang="de-AT" dirty="0"/>
              <a:t> </a:t>
            </a:r>
          </a:p>
          <a:p>
            <a:pPr algn="ctr"/>
            <a:r>
              <a:rPr lang="de-AT" dirty="0" err="1"/>
              <a:t>initialization</a:t>
            </a:r>
            <a:endParaRPr lang="de-AT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</a:t>
            </a:r>
            <a:r>
              <a:rPr lang="de-AT" dirty="0" err="1"/>
              <a:t>For</a:t>
            </a:r>
            <a:r>
              <a:rPr lang="de-AT" dirty="0"/>
              <a:t>-Loop</a:t>
            </a:r>
          </a:p>
        </p:txBody>
      </p:sp>
      <p:sp>
        <p:nvSpPr>
          <p:cNvPr id="7" name="Abgerundete rechteckige Legende 6"/>
          <p:cNvSpPr/>
          <p:nvPr/>
        </p:nvSpPr>
        <p:spPr>
          <a:xfrm>
            <a:off x="395536" y="980728"/>
            <a:ext cx="1656184" cy="576064"/>
          </a:xfrm>
          <a:prstGeom prst="wedgeRoundRectCallout">
            <a:avLst>
              <a:gd name="adj1" fmla="val -36202"/>
              <a:gd name="adj2" fmla="val 22287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  <p:sp>
        <p:nvSpPr>
          <p:cNvPr id="11" name="Abgerundetes Rechteck 10"/>
          <p:cNvSpPr/>
          <p:nvPr/>
        </p:nvSpPr>
        <p:spPr>
          <a:xfrm>
            <a:off x="1115616" y="3212976"/>
            <a:ext cx="6264696" cy="1800200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Abgerundete rechteckige Legende 11"/>
          <p:cNvSpPr/>
          <p:nvPr/>
        </p:nvSpPr>
        <p:spPr>
          <a:xfrm>
            <a:off x="7762428" y="3501008"/>
            <a:ext cx="1202060" cy="576064"/>
          </a:xfrm>
          <a:prstGeom prst="wedgeRoundRectCallout">
            <a:avLst>
              <a:gd name="adj1" fmla="val -80749"/>
              <a:gd name="adj2" fmla="val 19953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Body </a:t>
            </a:r>
            <a:r>
              <a:rPr lang="de-AT" dirty="0" err="1"/>
              <a:t>of</a:t>
            </a:r>
            <a:r>
              <a:rPr lang="de-AT" dirty="0"/>
              <a:t> </a:t>
            </a:r>
          </a:p>
          <a:p>
            <a:pPr algn="ctr"/>
            <a:r>
              <a:rPr lang="de-AT" dirty="0" err="1"/>
              <a:t>loop</a:t>
            </a:r>
            <a:endParaRPr lang="de-AT" dirty="0"/>
          </a:p>
        </p:txBody>
      </p:sp>
      <p:sp>
        <p:nvSpPr>
          <p:cNvPr id="22" name="Abgerundete rechteckige Legende 21"/>
          <p:cNvSpPr/>
          <p:nvPr/>
        </p:nvSpPr>
        <p:spPr>
          <a:xfrm>
            <a:off x="6948264" y="4509120"/>
            <a:ext cx="1964655" cy="576064"/>
          </a:xfrm>
          <a:prstGeom prst="wedgeRoundRectCallout">
            <a:avLst>
              <a:gd name="adj1" fmla="val -237795"/>
              <a:gd name="adj2" fmla="val -161689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Local</a:t>
            </a:r>
            <a:r>
              <a:rPr lang="de-AT" dirty="0"/>
              <a:t> variables</a:t>
            </a:r>
          </a:p>
        </p:txBody>
      </p:sp>
      <p:sp>
        <p:nvSpPr>
          <p:cNvPr id="23" name="Abgerundete rechteckige Legende 22"/>
          <p:cNvSpPr/>
          <p:nvPr/>
        </p:nvSpPr>
        <p:spPr>
          <a:xfrm>
            <a:off x="467544" y="5445224"/>
            <a:ext cx="1656184" cy="576064"/>
          </a:xfrm>
          <a:prstGeom prst="wedgeRoundRectCallout">
            <a:avLst>
              <a:gd name="adj1" fmla="val -42463"/>
              <a:gd name="adj2" fmla="val -434971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Block </a:t>
            </a:r>
            <a:r>
              <a:rPr lang="de-AT" dirty="0" err="1"/>
              <a:t>start</a:t>
            </a:r>
            <a:r>
              <a:rPr lang="de-AT" dirty="0"/>
              <a:t> / end</a:t>
            </a:r>
          </a:p>
        </p:txBody>
      </p:sp>
      <p:sp>
        <p:nvSpPr>
          <p:cNvPr id="24" name="Abgerundete rechteckige Legende 23"/>
          <p:cNvSpPr/>
          <p:nvPr/>
        </p:nvSpPr>
        <p:spPr>
          <a:xfrm>
            <a:off x="467544" y="5445224"/>
            <a:ext cx="1656184" cy="576064"/>
          </a:xfrm>
          <a:prstGeom prst="wedgeRoundRectCallout">
            <a:avLst>
              <a:gd name="adj1" fmla="val -44739"/>
              <a:gd name="adj2" fmla="val -127325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Start / End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body</a:t>
            </a:r>
            <a:endParaRPr lang="de-AT" dirty="0"/>
          </a:p>
        </p:txBody>
      </p:sp>
      <p:sp>
        <p:nvSpPr>
          <p:cNvPr id="17" name="Abgerundetes Rechteck 16"/>
          <p:cNvSpPr/>
          <p:nvPr/>
        </p:nvSpPr>
        <p:spPr>
          <a:xfrm>
            <a:off x="1259632" y="2492896"/>
            <a:ext cx="3456384" cy="360636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8" name="Abgerundetes Rechteck 17"/>
          <p:cNvSpPr/>
          <p:nvPr/>
        </p:nvSpPr>
        <p:spPr>
          <a:xfrm>
            <a:off x="4860032" y="2492896"/>
            <a:ext cx="2808312" cy="360636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9" name="Abgerundetes Rechteck 18"/>
          <p:cNvSpPr/>
          <p:nvPr/>
        </p:nvSpPr>
        <p:spPr>
          <a:xfrm>
            <a:off x="7762428" y="2492896"/>
            <a:ext cx="553988" cy="360636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0" name="Abgerundete rechteckige Legende 19"/>
          <p:cNvSpPr/>
          <p:nvPr/>
        </p:nvSpPr>
        <p:spPr>
          <a:xfrm>
            <a:off x="6948264" y="4509120"/>
            <a:ext cx="1964655" cy="576064"/>
          </a:xfrm>
          <a:prstGeom prst="wedgeRoundRectCallout">
            <a:avLst>
              <a:gd name="adj1" fmla="val -242113"/>
              <a:gd name="adj2" fmla="val -223873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Local</a:t>
            </a:r>
            <a:r>
              <a:rPr lang="de-AT" dirty="0"/>
              <a:t> variables</a:t>
            </a:r>
          </a:p>
        </p:txBody>
      </p:sp>
      <p:sp>
        <p:nvSpPr>
          <p:cNvPr id="21" name="Abgerundete rechteckige Legende 20"/>
          <p:cNvSpPr/>
          <p:nvPr/>
        </p:nvSpPr>
        <p:spPr>
          <a:xfrm>
            <a:off x="4788024" y="980728"/>
            <a:ext cx="1296144" cy="576064"/>
          </a:xfrm>
          <a:prstGeom prst="wedgeRoundRectCallout">
            <a:avLst>
              <a:gd name="adj1" fmla="val 1324"/>
              <a:gd name="adj2" fmla="val 214687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Condition</a:t>
            </a:r>
            <a:endParaRPr lang="de-AT" dirty="0"/>
          </a:p>
        </p:txBody>
      </p:sp>
      <p:sp>
        <p:nvSpPr>
          <p:cNvPr id="27" name="Abgerundete rechteckige Legende 26"/>
          <p:cNvSpPr/>
          <p:nvPr/>
        </p:nvSpPr>
        <p:spPr>
          <a:xfrm>
            <a:off x="6804248" y="980728"/>
            <a:ext cx="1800200" cy="576064"/>
          </a:xfrm>
          <a:prstGeom prst="wedgeRoundRectCallout">
            <a:avLst>
              <a:gd name="adj1" fmla="val 18605"/>
              <a:gd name="adj2" fmla="val 213051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Loop variable </a:t>
            </a:r>
            <a:r>
              <a:rPr lang="de-AT" dirty="0" err="1"/>
              <a:t>increment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268030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animBg="1"/>
      <p:bldP spid="11" grpId="0" animBg="1"/>
      <p:bldP spid="12" grpId="0" animBg="1"/>
      <p:bldP spid="22" grpId="0" animBg="1"/>
      <p:bldP spid="23" grpId="0" animBg="1"/>
      <p:bldP spid="24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925" y="2714625"/>
            <a:ext cx="5010150" cy="142875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Array</a:t>
            </a:r>
          </a:p>
        </p:txBody>
      </p:sp>
      <p:sp>
        <p:nvSpPr>
          <p:cNvPr id="12" name="Abgerundete rechteckige Legende 11"/>
          <p:cNvSpPr/>
          <p:nvPr/>
        </p:nvSpPr>
        <p:spPr>
          <a:xfrm>
            <a:off x="6300192" y="1772816"/>
            <a:ext cx="1656184" cy="576064"/>
          </a:xfrm>
          <a:prstGeom prst="wedgeRoundRectCallout">
            <a:avLst>
              <a:gd name="adj1" fmla="val -44740"/>
              <a:gd name="adj2" fmla="val 144321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Size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array</a:t>
            </a:r>
            <a:endParaRPr lang="de-AT" dirty="0"/>
          </a:p>
        </p:txBody>
      </p:sp>
      <p:sp>
        <p:nvSpPr>
          <p:cNvPr id="23" name="Abgerundete rechteckige Legende 22"/>
          <p:cNvSpPr/>
          <p:nvPr/>
        </p:nvSpPr>
        <p:spPr>
          <a:xfrm>
            <a:off x="2195736" y="1556792"/>
            <a:ext cx="2292238" cy="576064"/>
          </a:xfrm>
          <a:prstGeom prst="wedgeRoundRectCallout">
            <a:avLst>
              <a:gd name="adj1" fmla="val -38004"/>
              <a:gd name="adj2" fmla="val 190141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Type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array</a:t>
            </a:r>
            <a:endParaRPr lang="de-AT" dirty="0"/>
          </a:p>
        </p:txBody>
      </p:sp>
      <p:sp>
        <p:nvSpPr>
          <p:cNvPr id="25" name="Ellipse 24"/>
          <p:cNvSpPr/>
          <p:nvPr/>
        </p:nvSpPr>
        <p:spPr>
          <a:xfrm>
            <a:off x="3347864" y="3573584"/>
            <a:ext cx="198352" cy="413967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4" name="Abgerundete rechteckige Legende 23"/>
          <p:cNvSpPr/>
          <p:nvPr/>
        </p:nvSpPr>
        <p:spPr>
          <a:xfrm>
            <a:off x="1979711" y="5013176"/>
            <a:ext cx="2376265" cy="576064"/>
          </a:xfrm>
          <a:prstGeom prst="wedgeRoundRectCallout">
            <a:avLst>
              <a:gd name="adj1" fmla="val 27946"/>
              <a:gd name="adj2" fmla="val -233693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Index </a:t>
            </a:r>
            <a:r>
              <a:rPr lang="de-AT" dirty="0" err="1"/>
              <a:t>operator</a:t>
            </a:r>
            <a:endParaRPr lang="de-AT" dirty="0"/>
          </a:p>
        </p:txBody>
      </p:sp>
      <p:sp>
        <p:nvSpPr>
          <p:cNvPr id="28" name="Abgerundete rechteckige Legende 27"/>
          <p:cNvSpPr/>
          <p:nvPr/>
        </p:nvSpPr>
        <p:spPr>
          <a:xfrm>
            <a:off x="5148064" y="4705486"/>
            <a:ext cx="1656184" cy="523714"/>
          </a:xfrm>
          <a:prstGeom prst="wedgeRoundRectCallout">
            <a:avLst>
              <a:gd name="adj1" fmla="val -143778"/>
              <a:gd name="adj2" fmla="val -213233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Index</a:t>
            </a:r>
          </a:p>
        </p:txBody>
      </p:sp>
      <p:sp>
        <p:nvSpPr>
          <p:cNvPr id="17" name="Ellipse 16"/>
          <p:cNvSpPr/>
          <p:nvPr/>
        </p:nvSpPr>
        <p:spPr>
          <a:xfrm>
            <a:off x="3707904" y="3573016"/>
            <a:ext cx="198352" cy="413967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8" name="Abgerundete rechteckige Legende 17"/>
          <p:cNvSpPr/>
          <p:nvPr/>
        </p:nvSpPr>
        <p:spPr>
          <a:xfrm>
            <a:off x="1979712" y="5013176"/>
            <a:ext cx="2376265" cy="576064"/>
          </a:xfrm>
          <a:prstGeom prst="wedgeRoundRectCallout">
            <a:avLst>
              <a:gd name="adj1" fmla="val 9301"/>
              <a:gd name="adj2" fmla="val -238602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Index </a:t>
            </a:r>
            <a:r>
              <a:rPr lang="de-AT" dirty="0" err="1"/>
              <a:t>operator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22139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3" grpId="0" animBg="1"/>
      <p:bldP spid="25" grpId="0" animBg="1"/>
      <p:bldP spid="24" grpId="0" animBg="1"/>
      <p:bldP spid="28" grpId="0" animBg="1"/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2" y="2636912"/>
            <a:ext cx="6429375" cy="1552575"/>
          </a:xfrm>
          <a:prstGeom prst="rect">
            <a:avLst/>
          </a:prstGeom>
        </p:spPr>
      </p:pic>
      <p:sp>
        <p:nvSpPr>
          <p:cNvPr id="15" name="Flussdiagramm: Alternativer Prozess 14"/>
          <p:cNvSpPr/>
          <p:nvPr/>
        </p:nvSpPr>
        <p:spPr>
          <a:xfrm>
            <a:off x="1331640" y="2564904"/>
            <a:ext cx="5400600" cy="488256"/>
          </a:xfrm>
          <a:prstGeom prst="flowChartAlternateProcess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</a:t>
            </a:r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0" name="Rechteckige Legende 9"/>
          <p:cNvSpPr/>
          <p:nvPr/>
        </p:nvSpPr>
        <p:spPr>
          <a:xfrm>
            <a:off x="395536" y="1484784"/>
            <a:ext cx="1440160" cy="720080"/>
          </a:xfrm>
          <a:prstGeom prst="wedgeRectCallout">
            <a:avLst>
              <a:gd name="adj1" fmla="val 60333"/>
              <a:gd name="adj2" fmla="val 11355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Declaration</a:t>
            </a:r>
            <a:r>
              <a:rPr lang="de-AT" dirty="0"/>
              <a:t> </a:t>
            </a:r>
          </a:p>
          <a:p>
            <a:pPr algn="ctr"/>
            <a:r>
              <a:rPr lang="de-AT" dirty="0"/>
              <a:t>type</a:t>
            </a:r>
          </a:p>
        </p:txBody>
      </p:sp>
      <p:sp>
        <p:nvSpPr>
          <p:cNvPr id="11" name="Rechteckige Legende 10"/>
          <p:cNvSpPr/>
          <p:nvPr/>
        </p:nvSpPr>
        <p:spPr>
          <a:xfrm>
            <a:off x="2123728" y="1484784"/>
            <a:ext cx="1440160" cy="720080"/>
          </a:xfrm>
          <a:prstGeom prst="wedgeRectCallout">
            <a:avLst>
              <a:gd name="adj1" fmla="val 4040"/>
              <a:gd name="adj2" fmla="val 1109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Return type </a:t>
            </a:r>
          </a:p>
          <a:p>
            <a:pPr algn="ctr"/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2" name="Rechteckige Legende 11"/>
          <p:cNvSpPr/>
          <p:nvPr/>
        </p:nvSpPr>
        <p:spPr>
          <a:xfrm>
            <a:off x="3851920" y="1484784"/>
            <a:ext cx="1440160" cy="720080"/>
          </a:xfrm>
          <a:prstGeom prst="wedgeRectCallout">
            <a:avLst>
              <a:gd name="adj1" fmla="val -54216"/>
              <a:gd name="adj2" fmla="val 1070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Name</a:t>
            </a:r>
          </a:p>
          <a:p>
            <a:pPr algn="ctr"/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3" name="Rechteckige Legende 12"/>
          <p:cNvSpPr/>
          <p:nvPr/>
        </p:nvSpPr>
        <p:spPr>
          <a:xfrm>
            <a:off x="5508104" y="1484784"/>
            <a:ext cx="1584176" cy="720080"/>
          </a:xfrm>
          <a:prstGeom prst="wedgeRectCallout">
            <a:avLst>
              <a:gd name="adj1" fmla="val -35769"/>
              <a:gd name="adj2" fmla="val 10963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Parameters / Arguments</a:t>
            </a:r>
          </a:p>
        </p:txBody>
      </p:sp>
      <p:sp>
        <p:nvSpPr>
          <p:cNvPr id="14" name="Flussdiagramm: Alternativer Prozess 13"/>
          <p:cNvSpPr/>
          <p:nvPr/>
        </p:nvSpPr>
        <p:spPr>
          <a:xfrm>
            <a:off x="4283968" y="2636912"/>
            <a:ext cx="2304256" cy="344240"/>
          </a:xfrm>
          <a:prstGeom prst="flowChartAlternateProcess">
            <a:avLst/>
          </a:prstGeom>
          <a:solidFill>
            <a:srgbClr val="79BBD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6" name="Rechteckige Legende 15"/>
          <p:cNvSpPr/>
          <p:nvPr/>
        </p:nvSpPr>
        <p:spPr>
          <a:xfrm>
            <a:off x="7164288" y="2204864"/>
            <a:ext cx="1584176" cy="720080"/>
          </a:xfrm>
          <a:prstGeom prst="wedgeRectCallout">
            <a:avLst>
              <a:gd name="adj1" fmla="val -76233"/>
              <a:gd name="adj2" fmla="val 415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Head </a:t>
            </a:r>
            <a:r>
              <a:rPr lang="de-AT" dirty="0" err="1"/>
              <a:t>of</a:t>
            </a:r>
            <a:endParaRPr lang="de-AT" dirty="0"/>
          </a:p>
          <a:p>
            <a:pPr algn="ctr"/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7" name="Flussdiagramm: Alternativer Prozess 16"/>
          <p:cNvSpPr/>
          <p:nvPr/>
        </p:nvSpPr>
        <p:spPr>
          <a:xfrm>
            <a:off x="1331639" y="3046367"/>
            <a:ext cx="6455047" cy="1143119"/>
          </a:xfrm>
          <a:prstGeom prst="flowChartAlternateProcess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8" name="Rechteckige Legende 17"/>
          <p:cNvSpPr/>
          <p:nvPr/>
        </p:nvSpPr>
        <p:spPr>
          <a:xfrm>
            <a:off x="7380312" y="4660431"/>
            <a:ext cx="1584176" cy="720080"/>
          </a:xfrm>
          <a:prstGeom prst="wedgeRectCallout">
            <a:avLst>
              <a:gd name="adj1" fmla="val -39339"/>
              <a:gd name="adj2" fmla="val -12339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Body </a:t>
            </a:r>
            <a:r>
              <a:rPr lang="de-AT" dirty="0" err="1"/>
              <a:t>of</a:t>
            </a:r>
            <a:endParaRPr lang="de-AT" dirty="0"/>
          </a:p>
          <a:p>
            <a:pPr algn="ctr"/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9" name="Rechteckige Legende 18"/>
          <p:cNvSpPr/>
          <p:nvPr/>
        </p:nvSpPr>
        <p:spPr>
          <a:xfrm>
            <a:off x="1907704" y="5013176"/>
            <a:ext cx="1584176" cy="566635"/>
          </a:xfrm>
          <a:prstGeom prst="wedgeRectCallout">
            <a:avLst>
              <a:gd name="adj1" fmla="val -75638"/>
              <a:gd name="adj2" fmla="val -3655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Start </a:t>
            </a:r>
            <a:r>
              <a:rPr lang="de-AT" dirty="0" err="1"/>
              <a:t>of</a:t>
            </a:r>
            <a:endParaRPr lang="de-AT" dirty="0"/>
          </a:p>
          <a:p>
            <a:pPr algn="ctr"/>
            <a:r>
              <a:rPr lang="de-AT" dirty="0" err="1"/>
              <a:t>body</a:t>
            </a:r>
            <a:endParaRPr lang="de-AT" dirty="0"/>
          </a:p>
        </p:txBody>
      </p:sp>
      <p:sp>
        <p:nvSpPr>
          <p:cNvPr id="22" name="Rechteckige Legende 21"/>
          <p:cNvSpPr/>
          <p:nvPr/>
        </p:nvSpPr>
        <p:spPr>
          <a:xfrm>
            <a:off x="179512" y="5013176"/>
            <a:ext cx="1584176" cy="566635"/>
          </a:xfrm>
          <a:prstGeom prst="wedgeRectCallout">
            <a:avLst>
              <a:gd name="adj1" fmla="val 29093"/>
              <a:gd name="adj2" fmla="val -23914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End </a:t>
            </a:r>
            <a:r>
              <a:rPr lang="de-AT" dirty="0" err="1"/>
              <a:t>of</a:t>
            </a:r>
            <a:endParaRPr lang="de-AT" dirty="0"/>
          </a:p>
          <a:p>
            <a:pPr algn="ctr"/>
            <a:r>
              <a:rPr lang="de-AT" dirty="0" err="1"/>
              <a:t>body</a:t>
            </a:r>
            <a:endParaRPr lang="de-AT" dirty="0"/>
          </a:p>
        </p:txBody>
      </p:sp>
      <p:cxnSp>
        <p:nvCxnSpPr>
          <p:cNvPr id="24" name="Gerade Verbindung mit Pfeil 23"/>
          <p:cNvCxnSpPr/>
          <p:nvPr/>
        </p:nvCxnSpPr>
        <p:spPr>
          <a:xfrm>
            <a:off x="1475656" y="3501008"/>
            <a:ext cx="576064" cy="0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hteckige Legende 24"/>
          <p:cNvSpPr/>
          <p:nvPr/>
        </p:nvSpPr>
        <p:spPr>
          <a:xfrm>
            <a:off x="251521" y="2708920"/>
            <a:ext cx="864095" cy="472455"/>
          </a:xfrm>
          <a:prstGeom prst="wedgeRectCallout">
            <a:avLst>
              <a:gd name="adj1" fmla="val 96334"/>
              <a:gd name="adj2" fmla="val 12353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 err="1"/>
              <a:t>Indent</a:t>
            </a:r>
            <a:endParaRPr lang="de-AT" sz="1400" dirty="0"/>
          </a:p>
          <a:p>
            <a:pPr algn="ctr"/>
            <a:r>
              <a:rPr lang="de-AT" sz="1400" dirty="0" err="1"/>
              <a:t>one</a:t>
            </a:r>
            <a:r>
              <a:rPr lang="de-AT" sz="1400" dirty="0"/>
              <a:t> </a:t>
            </a:r>
            <a:r>
              <a:rPr lang="de-AT" sz="1400" dirty="0" err="1"/>
              <a:t>tab</a:t>
            </a:r>
            <a:endParaRPr lang="de-AT" sz="1400" dirty="0"/>
          </a:p>
        </p:txBody>
      </p:sp>
      <p:sp>
        <p:nvSpPr>
          <p:cNvPr id="26" name="Flussdiagramm: Alternativer Prozess 25"/>
          <p:cNvSpPr/>
          <p:nvPr/>
        </p:nvSpPr>
        <p:spPr>
          <a:xfrm>
            <a:off x="2051720" y="3284984"/>
            <a:ext cx="5688632" cy="432048"/>
          </a:xfrm>
          <a:prstGeom prst="flowChartAlternateProcess">
            <a:avLst/>
          </a:prstGeom>
          <a:solidFill>
            <a:srgbClr val="4F81B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7" name="Rechteckige Legende 26"/>
          <p:cNvSpPr/>
          <p:nvPr/>
        </p:nvSpPr>
        <p:spPr>
          <a:xfrm>
            <a:off x="4572000" y="4812831"/>
            <a:ext cx="1584176" cy="720080"/>
          </a:xfrm>
          <a:prstGeom prst="wedgeRectCallout">
            <a:avLst>
              <a:gd name="adj1" fmla="val -30413"/>
              <a:gd name="adj2" fmla="val -2019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Definition </a:t>
            </a:r>
            <a:r>
              <a:rPr lang="de-AT" dirty="0" err="1"/>
              <a:t>of</a:t>
            </a:r>
            <a:endParaRPr lang="de-AT" dirty="0"/>
          </a:p>
          <a:p>
            <a:pPr algn="ctr"/>
            <a:r>
              <a:rPr lang="de-AT" dirty="0" err="1"/>
              <a:t>method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617458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2" grpId="0" animBg="1"/>
      <p:bldP spid="25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fik 18">
            <a:extLst>
              <a:ext uri="{FF2B5EF4-FFF2-40B4-BE49-F238E27FC236}">
                <a16:creationId xmlns:a16="http://schemas.microsoft.com/office/drawing/2014/main" id="{A8F8FC3C-5F91-47E5-9611-0A343FEE3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990726"/>
            <a:ext cx="7708125" cy="3742530"/>
          </a:xfrm>
          <a:prstGeom prst="rect">
            <a:avLst/>
          </a:prstGeom>
        </p:spPr>
      </p:pic>
      <p:sp>
        <p:nvSpPr>
          <p:cNvPr id="21" name="Flussdiagramm: Alternativer Prozess 20"/>
          <p:cNvSpPr/>
          <p:nvPr/>
        </p:nvSpPr>
        <p:spPr>
          <a:xfrm>
            <a:off x="824296" y="2469864"/>
            <a:ext cx="7279365" cy="3131058"/>
          </a:xfrm>
          <a:prstGeom prst="flowChartAlternateProcess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5" name="Flussdiagramm: Alternativer Prozess 14"/>
          <p:cNvSpPr/>
          <p:nvPr/>
        </p:nvSpPr>
        <p:spPr>
          <a:xfrm>
            <a:off x="238124" y="1932632"/>
            <a:ext cx="8667751" cy="369272"/>
          </a:xfrm>
          <a:prstGeom prst="flowChartAlternateProcess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</a:t>
            </a:r>
            <a:r>
              <a:rPr lang="de-AT" dirty="0" err="1"/>
              <a:t>Method</a:t>
            </a:r>
            <a:r>
              <a:rPr lang="de-AT" dirty="0"/>
              <a:t> </a:t>
            </a:r>
            <a:r>
              <a:rPr lang="de-AT" dirty="0" err="1"/>
              <a:t>with</a:t>
            </a:r>
            <a:r>
              <a:rPr lang="de-AT" dirty="0"/>
              <a:t> Return Value</a:t>
            </a:r>
          </a:p>
        </p:txBody>
      </p:sp>
      <p:sp>
        <p:nvSpPr>
          <p:cNvPr id="10" name="Rechteckige Legende 9"/>
          <p:cNvSpPr/>
          <p:nvPr/>
        </p:nvSpPr>
        <p:spPr>
          <a:xfrm>
            <a:off x="395536" y="908720"/>
            <a:ext cx="1440160" cy="720080"/>
          </a:xfrm>
          <a:prstGeom prst="wedgeRectCallout">
            <a:avLst>
              <a:gd name="adj1" fmla="val -20833"/>
              <a:gd name="adj2" fmla="val 8868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Declaration</a:t>
            </a:r>
            <a:r>
              <a:rPr lang="de-AT" dirty="0"/>
              <a:t> </a:t>
            </a:r>
          </a:p>
          <a:p>
            <a:pPr algn="ctr"/>
            <a:r>
              <a:rPr lang="de-AT" dirty="0"/>
              <a:t>type</a:t>
            </a:r>
          </a:p>
        </p:txBody>
      </p:sp>
      <p:sp>
        <p:nvSpPr>
          <p:cNvPr id="11" name="Rechteckige Legende 10"/>
          <p:cNvSpPr/>
          <p:nvPr/>
        </p:nvSpPr>
        <p:spPr>
          <a:xfrm>
            <a:off x="2123728" y="908720"/>
            <a:ext cx="1440160" cy="720080"/>
          </a:xfrm>
          <a:prstGeom prst="wedgeRectCallout">
            <a:avLst>
              <a:gd name="adj1" fmla="val -81715"/>
              <a:gd name="adj2" fmla="val 9689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Return type </a:t>
            </a:r>
          </a:p>
          <a:p>
            <a:pPr algn="ctr"/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2" name="Rechteckige Legende 11"/>
          <p:cNvSpPr/>
          <p:nvPr/>
        </p:nvSpPr>
        <p:spPr>
          <a:xfrm>
            <a:off x="3851920" y="908720"/>
            <a:ext cx="1440160" cy="720080"/>
          </a:xfrm>
          <a:prstGeom prst="wedgeRectCallout">
            <a:avLst>
              <a:gd name="adj1" fmla="val -131199"/>
              <a:gd name="adj2" fmla="val 9289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Name</a:t>
            </a:r>
          </a:p>
          <a:p>
            <a:pPr algn="ctr"/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3" name="Rechteckige Legende 12"/>
          <p:cNvSpPr/>
          <p:nvPr/>
        </p:nvSpPr>
        <p:spPr>
          <a:xfrm>
            <a:off x="5478392" y="908720"/>
            <a:ext cx="3240360" cy="720080"/>
          </a:xfrm>
          <a:prstGeom prst="wedgeRectCallout">
            <a:avLst>
              <a:gd name="adj1" fmla="val -55122"/>
              <a:gd name="adj2" fmla="val 9834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List </a:t>
            </a:r>
            <a:r>
              <a:rPr lang="de-AT" dirty="0" err="1"/>
              <a:t>of</a:t>
            </a:r>
            <a:r>
              <a:rPr lang="de-AT" dirty="0"/>
              <a:t> formal </a:t>
            </a:r>
            <a:r>
              <a:rPr lang="de-AT" dirty="0" err="1"/>
              <a:t>arguments</a:t>
            </a:r>
            <a:r>
              <a:rPr lang="de-AT" dirty="0"/>
              <a:t> / </a:t>
            </a:r>
            <a:r>
              <a:rPr lang="de-AT" dirty="0" err="1"/>
              <a:t>parameters</a:t>
            </a:r>
            <a:endParaRPr lang="de-AT" dirty="0"/>
          </a:p>
        </p:txBody>
      </p:sp>
      <p:sp>
        <p:nvSpPr>
          <p:cNvPr id="14" name="Flussdiagramm: Alternativer Prozess 13"/>
          <p:cNvSpPr/>
          <p:nvPr/>
        </p:nvSpPr>
        <p:spPr>
          <a:xfrm>
            <a:off x="2987824" y="1932632"/>
            <a:ext cx="3816424" cy="360040"/>
          </a:xfrm>
          <a:prstGeom prst="flowChartAlternateProcess">
            <a:avLst/>
          </a:prstGeom>
          <a:solidFill>
            <a:srgbClr val="79BBD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6" name="Rechteckige Legende 15"/>
          <p:cNvSpPr/>
          <p:nvPr/>
        </p:nvSpPr>
        <p:spPr>
          <a:xfrm>
            <a:off x="7422608" y="2039934"/>
            <a:ext cx="1584176" cy="668986"/>
          </a:xfrm>
          <a:prstGeom prst="wedgeRectCallout">
            <a:avLst>
              <a:gd name="adj1" fmla="val -68957"/>
              <a:gd name="adj2" fmla="val -3897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Method </a:t>
            </a:r>
            <a:r>
              <a:rPr lang="de-AT" dirty="0" err="1"/>
              <a:t>signature</a:t>
            </a:r>
            <a:endParaRPr lang="de-AT" dirty="0"/>
          </a:p>
        </p:txBody>
      </p:sp>
      <p:sp>
        <p:nvSpPr>
          <p:cNvPr id="17" name="Flussdiagramm: Alternativer Prozess 16"/>
          <p:cNvSpPr/>
          <p:nvPr/>
        </p:nvSpPr>
        <p:spPr>
          <a:xfrm>
            <a:off x="971600" y="2605735"/>
            <a:ext cx="2091502" cy="350809"/>
          </a:xfrm>
          <a:prstGeom prst="flowChartAlternateProcess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8" name="Rechteckige Legende 17"/>
          <p:cNvSpPr/>
          <p:nvPr/>
        </p:nvSpPr>
        <p:spPr>
          <a:xfrm>
            <a:off x="7350600" y="5600922"/>
            <a:ext cx="1584176" cy="564382"/>
          </a:xfrm>
          <a:prstGeom prst="wedgeRectCallout">
            <a:avLst>
              <a:gd name="adj1" fmla="val -59190"/>
              <a:gd name="adj2" fmla="val -25300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Method </a:t>
            </a:r>
            <a:r>
              <a:rPr lang="de-AT" dirty="0" err="1"/>
              <a:t>body</a:t>
            </a:r>
            <a:endParaRPr lang="de-AT" dirty="0"/>
          </a:p>
        </p:txBody>
      </p:sp>
      <p:sp>
        <p:nvSpPr>
          <p:cNvPr id="27" name="Rechteckige Legende 26"/>
          <p:cNvSpPr/>
          <p:nvPr/>
        </p:nvSpPr>
        <p:spPr>
          <a:xfrm>
            <a:off x="4542288" y="4236767"/>
            <a:ext cx="1728192" cy="567680"/>
          </a:xfrm>
          <a:prstGeom prst="wedgeRectCallout">
            <a:avLst>
              <a:gd name="adj1" fmla="val -135945"/>
              <a:gd name="adj2" fmla="val -29785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Local</a:t>
            </a:r>
            <a:r>
              <a:rPr lang="de-AT" dirty="0"/>
              <a:t> variable</a:t>
            </a:r>
          </a:p>
        </p:txBody>
      </p:sp>
      <p:sp>
        <p:nvSpPr>
          <p:cNvPr id="23" name="Rechteckige Legende 22"/>
          <p:cNvSpPr/>
          <p:nvPr/>
        </p:nvSpPr>
        <p:spPr>
          <a:xfrm>
            <a:off x="3822208" y="5901216"/>
            <a:ext cx="1728192" cy="576064"/>
          </a:xfrm>
          <a:prstGeom prst="wedgeRectCallout">
            <a:avLst>
              <a:gd name="adj1" fmla="val -112833"/>
              <a:gd name="adj2" fmla="val -14571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Return </a:t>
            </a:r>
            <a:r>
              <a:rPr lang="de-AT" dirty="0" err="1"/>
              <a:t>value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05779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15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7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1932781"/>
            <a:ext cx="8667750" cy="3800475"/>
          </a:xfrm>
          <a:prstGeom prst="rect">
            <a:avLst/>
          </a:prstGeom>
        </p:spPr>
      </p:pic>
      <p:sp>
        <p:nvSpPr>
          <p:cNvPr id="21" name="Flussdiagramm: Alternativer Prozess 20"/>
          <p:cNvSpPr/>
          <p:nvPr/>
        </p:nvSpPr>
        <p:spPr>
          <a:xfrm>
            <a:off x="824297" y="2469864"/>
            <a:ext cx="5760640" cy="2808312"/>
          </a:xfrm>
          <a:prstGeom prst="flowChartAlternateProcess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5" name="Flussdiagramm: Alternativer Prozess 14"/>
          <p:cNvSpPr/>
          <p:nvPr/>
        </p:nvSpPr>
        <p:spPr>
          <a:xfrm>
            <a:off x="238124" y="1932632"/>
            <a:ext cx="8667751" cy="369272"/>
          </a:xfrm>
          <a:prstGeom prst="flowChartAlternateProcess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</a:t>
            </a:r>
            <a:r>
              <a:rPr lang="de-AT" dirty="0" err="1"/>
              <a:t>Method</a:t>
            </a:r>
            <a:r>
              <a:rPr lang="de-AT" dirty="0"/>
              <a:t> </a:t>
            </a:r>
            <a:r>
              <a:rPr lang="de-AT" dirty="0" err="1"/>
              <a:t>with</a:t>
            </a:r>
            <a:r>
              <a:rPr lang="de-AT" dirty="0"/>
              <a:t> Return Value</a:t>
            </a:r>
          </a:p>
        </p:txBody>
      </p:sp>
      <p:sp>
        <p:nvSpPr>
          <p:cNvPr id="10" name="Rechteckige Legende 9"/>
          <p:cNvSpPr/>
          <p:nvPr/>
        </p:nvSpPr>
        <p:spPr>
          <a:xfrm>
            <a:off x="395536" y="908720"/>
            <a:ext cx="1440160" cy="720080"/>
          </a:xfrm>
          <a:prstGeom prst="wedgeRectCallout">
            <a:avLst>
              <a:gd name="adj1" fmla="val -20833"/>
              <a:gd name="adj2" fmla="val 8868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Declaration</a:t>
            </a:r>
            <a:r>
              <a:rPr lang="de-AT" dirty="0"/>
              <a:t> </a:t>
            </a:r>
          </a:p>
          <a:p>
            <a:pPr algn="ctr"/>
            <a:r>
              <a:rPr lang="de-AT" dirty="0"/>
              <a:t>type</a:t>
            </a:r>
          </a:p>
        </p:txBody>
      </p:sp>
      <p:sp>
        <p:nvSpPr>
          <p:cNvPr id="11" name="Rechteckige Legende 10"/>
          <p:cNvSpPr/>
          <p:nvPr/>
        </p:nvSpPr>
        <p:spPr>
          <a:xfrm>
            <a:off x="2123728" y="908720"/>
            <a:ext cx="1440160" cy="720080"/>
          </a:xfrm>
          <a:prstGeom prst="wedgeRectCallout">
            <a:avLst>
              <a:gd name="adj1" fmla="val -56180"/>
              <a:gd name="adj2" fmla="val 8999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Return type </a:t>
            </a:r>
          </a:p>
          <a:p>
            <a:pPr algn="ctr"/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2" name="Rechteckige Legende 11"/>
          <p:cNvSpPr/>
          <p:nvPr/>
        </p:nvSpPr>
        <p:spPr>
          <a:xfrm>
            <a:off x="3851920" y="908720"/>
            <a:ext cx="1440160" cy="720080"/>
          </a:xfrm>
          <a:prstGeom prst="wedgeRectCallout">
            <a:avLst>
              <a:gd name="adj1" fmla="val -34579"/>
              <a:gd name="adj2" fmla="val 8737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Name</a:t>
            </a:r>
          </a:p>
          <a:p>
            <a:pPr algn="ctr"/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3" name="Rechteckige Legende 12"/>
          <p:cNvSpPr/>
          <p:nvPr/>
        </p:nvSpPr>
        <p:spPr>
          <a:xfrm>
            <a:off x="5478392" y="908720"/>
            <a:ext cx="3240360" cy="720080"/>
          </a:xfrm>
          <a:prstGeom prst="wedgeRectCallout">
            <a:avLst>
              <a:gd name="adj1" fmla="val -5739"/>
              <a:gd name="adj2" fmla="val 8868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List </a:t>
            </a:r>
            <a:r>
              <a:rPr lang="de-AT" dirty="0" err="1"/>
              <a:t>of</a:t>
            </a:r>
            <a:r>
              <a:rPr lang="de-AT" dirty="0"/>
              <a:t> formal </a:t>
            </a:r>
            <a:r>
              <a:rPr lang="de-AT" dirty="0" err="1"/>
              <a:t>arguments</a:t>
            </a:r>
            <a:r>
              <a:rPr lang="de-AT" dirty="0"/>
              <a:t> / </a:t>
            </a:r>
            <a:r>
              <a:rPr lang="de-AT" dirty="0" err="1"/>
              <a:t>parameters</a:t>
            </a:r>
            <a:endParaRPr lang="de-AT" dirty="0"/>
          </a:p>
        </p:txBody>
      </p:sp>
      <p:sp>
        <p:nvSpPr>
          <p:cNvPr id="14" name="Flussdiagramm: Alternativer Prozess 13"/>
          <p:cNvSpPr/>
          <p:nvPr/>
        </p:nvSpPr>
        <p:spPr>
          <a:xfrm>
            <a:off x="5724128" y="1932632"/>
            <a:ext cx="2962672" cy="364422"/>
          </a:xfrm>
          <a:prstGeom prst="flowChartAlternateProcess">
            <a:avLst/>
          </a:prstGeom>
          <a:solidFill>
            <a:srgbClr val="79BBD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6" name="Rechteckige Legende 15"/>
          <p:cNvSpPr/>
          <p:nvPr/>
        </p:nvSpPr>
        <p:spPr>
          <a:xfrm>
            <a:off x="7422608" y="2492896"/>
            <a:ext cx="1584176" cy="720080"/>
          </a:xfrm>
          <a:prstGeom prst="wedgeRectCallout">
            <a:avLst>
              <a:gd name="adj1" fmla="val -152401"/>
              <a:gd name="adj2" fmla="val -7495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Head </a:t>
            </a:r>
            <a:r>
              <a:rPr lang="de-AT" dirty="0" err="1"/>
              <a:t>of</a:t>
            </a:r>
            <a:endParaRPr lang="de-AT" dirty="0"/>
          </a:p>
          <a:p>
            <a:pPr algn="ctr"/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7" name="Flussdiagramm: Alternativer Prozess 16"/>
          <p:cNvSpPr/>
          <p:nvPr/>
        </p:nvSpPr>
        <p:spPr>
          <a:xfrm>
            <a:off x="899592" y="2653204"/>
            <a:ext cx="5335289" cy="742499"/>
          </a:xfrm>
          <a:prstGeom prst="flowChartAlternateProcess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8" name="Rechteckige Legende 17"/>
          <p:cNvSpPr/>
          <p:nvPr/>
        </p:nvSpPr>
        <p:spPr>
          <a:xfrm>
            <a:off x="7350600" y="4084367"/>
            <a:ext cx="1584176" cy="720080"/>
          </a:xfrm>
          <a:prstGeom prst="wedgeRectCallout">
            <a:avLst>
              <a:gd name="adj1" fmla="val -101226"/>
              <a:gd name="adj2" fmla="val -11554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Body </a:t>
            </a:r>
            <a:r>
              <a:rPr lang="de-AT" dirty="0" err="1"/>
              <a:t>of</a:t>
            </a:r>
            <a:endParaRPr lang="de-AT" dirty="0"/>
          </a:p>
          <a:p>
            <a:pPr algn="ctr"/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27" name="Rechteckige Legende 26"/>
          <p:cNvSpPr/>
          <p:nvPr/>
        </p:nvSpPr>
        <p:spPr>
          <a:xfrm>
            <a:off x="4542288" y="4236767"/>
            <a:ext cx="1728192" cy="567680"/>
          </a:xfrm>
          <a:prstGeom prst="wedgeRectCallout">
            <a:avLst>
              <a:gd name="adj1" fmla="val -14595"/>
              <a:gd name="adj2" fmla="val -19981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Local</a:t>
            </a:r>
            <a:r>
              <a:rPr lang="de-AT" dirty="0"/>
              <a:t> variables</a:t>
            </a:r>
          </a:p>
        </p:txBody>
      </p:sp>
      <p:sp>
        <p:nvSpPr>
          <p:cNvPr id="23" name="Rechteckige Legende 22"/>
          <p:cNvSpPr/>
          <p:nvPr/>
        </p:nvSpPr>
        <p:spPr>
          <a:xfrm>
            <a:off x="3822208" y="5901216"/>
            <a:ext cx="1728192" cy="576064"/>
          </a:xfrm>
          <a:prstGeom prst="wedgeRectCallout">
            <a:avLst>
              <a:gd name="adj1" fmla="val -80051"/>
              <a:gd name="adj2" fmla="val -16987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Return </a:t>
            </a:r>
            <a:r>
              <a:rPr lang="de-AT" dirty="0" err="1"/>
              <a:t>value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405853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15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7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4500" spc="-90">
                <a:solidFill>
                  <a:srgbClr val="314864"/>
                </a:solidFill>
              </a:rPr>
              <a:t>Terminology Exercise Sheets</a:t>
            </a:r>
          </a:p>
        </p:txBody>
      </p:sp>
    </p:spTree>
    <p:extLst>
      <p:ext uri="{BB962C8B-B14F-4D97-AF65-F5344CB8AC3E}">
        <p14:creationId xmlns:p14="http://schemas.microsoft.com/office/powerpoint/2010/main" val="203120816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2400" dirty="0" err="1"/>
              <a:t>Terminology</a:t>
            </a:r>
            <a:r>
              <a:rPr lang="de-AT" sz="2400" dirty="0"/>
              <a:t>: Variable </a:t>
            </a:r>
            <a:r>
              <a:rPr lang="de-AT" sz="2400" dirty="0" err="1"/>
              <a:t>Declaration</a:t>
            </a:r>
            <a:r>
              <a:rPr lang="de-AT" sz="2400" dirty="0"/>
              <a:t> </a:t>
            </a:r>
            <a:r>
              <a:rPr lang="de-AT" sz="2400" dirty="0" err="1"/>
              <a:t>and</a:t>
            </a:r>
            <a:r>
              <a:rPr lang="de-AT" sz="2400" dirty="0"/>
              <a:t> </a:t>
            </a:r>
            <a:r>
              <a:rPr lang="de-AT" sz="2400" dirty="0" err="1"/>
              <a:t>Initialization</a:t>
            </a:r>
            <a:endParaRPr lang="de-AT" sz="2400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727" y="2909887"/>
            <a:ext cx="3400425" cy="1038225"/>
          </a:xfrm>
          <a:prstGeom prst="rect">
            <a:avLst/>
          </a:prstGeom>
        </p:spPr>
      </p:pic>
      <p:sp>
        <p:nvSpPr>
          <p:cNvPr id="5" name="Ellipse 4"/>
          <p:cNvSpPr/>
          <p:nvPr/>
        </p:nvSpPr>
        <p:spPr>
          <a:xfrm>
            <a:off x="2339752" y="2924944"/>
            <a:ext cx="2536329" cy="576064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" name="Ellipse 5"/>
          <p:cNvSpPr/>
          <p:nvPr/>
        </p:nvSpPr>
        <p:spPr>
          <a:xfrm>
            <a:off x="4339927" y="3356992"/>
            <a:ext cx="1600225" cy="504056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" name="Abgerundete rechteckige Legende 6"/>
          <p:cNvSpPr/>
          <p:nvPr/>
        </p:nvSpPr>
        <p:spPr>
          <a:xfrm>
            <a:off x="1691680" y="1926758"/>
            <a:ext cx="848047" cy="432048"/>
          </a:xfrm>
          <a:prstGeom prst="wedgeRoundRectCallout">
            <a:avLst>
              <a:gd name="adj1" fmla="val 65517"/>
              <a:gd name="adj2" fmla="val 213596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8" name="Abgerundete rechteckige Legende 7"/>
          <p:cNvSpPr/>
          <p:nvPr/>
        </p:nvSpPr>
        <p:spPr>
          <a:xfrm>
            <a:off x="4156001" y="1926758"/>
            <a:ext cx="848047" cy="432048"/>
          </a:xfrm>
          <a:prstGeom prst="wedgeRoundRectCallout">
            <a:avLst>
              <a:gd name="adj1" fmla="val -72320"/>
              <a:gd name="adj2" fmla="val 21796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9" name="Abgerundete rechteckige Legende 8"/>
          <p:cNvSpPr/>
          <p:nvPr/>
        </p:nvSpPr>
        <p:spPr>
          <a:xfrm>
            <a:off x="5652120" y="1268760"/>
            <a:ext cx="3096344" cy="648072"/>
          </a:xfrm>
          <a:prstGeom prst="wedgeRoundRectCallout">
            <a:avLst>
              <a:gd name="adj1" fmla="val -79592"/>
              <a:gd name="adj2" fmla="val 230324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0" name="Abgerundete rechteckige Legende 9"/>
          <p:cNvSpPr/>
          <p:nvPr/>
        </p:nvSpPr>
        <p:spPr>
          <a:xfrm>
            <a:off x="5941417" y="2564904"/>
            <a:ext cx="2960712" cy="648072"/>
          </a:xfrm>
          <a:prstGeom prst="wedgeRoundRectCallout">
            <a:avLst>
              <a:gd name="adj1" fmla="val -51487"/>
              <a:gd name="adj2" fmla="val 96501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1" name="Abgerundete rechteckige Legende 10"/>
          <p:cNvSpPr/>
          <p:nvPr/>
        </p:nvSpPr>
        <p:spPr>
          <a:xfrm>
            <a:off x="1115616" y="4653136"/>
            <a:ext cx="1576511" cy="648072"/>
          </a:xfrm>
          <a:prstGeom prst="wedgeRoundRectCallout">
            <a:avLst>
              <a:gd name="adj1" fmla="val 166571"/>
              <a:gd name="adj2" fmla="val -204703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2" name="Abgerundete rechteckige Legende 11"/>
          <p:cNvSpPr/>
          <p:nvPr/>
        </p:nvSpPr>
        <p:spPr>
          <a:xfrm>
            <a:off x="3571553" y="4941168"/>
            <a:ext cx="1576511" cy="504056"/>
          </a:xfrm>
          <a:prstGeom prst="wedgeRoundRectCallout">
            <a:avLst>
              <a:gd name="adj1" fmla="val 54155"/>
              <a:gd name="adj2" fmla="val -285745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8669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Simple </a:t>
            </a:r>
            <a:r>
              <a:rPr lang="de-AT" dirty="0" err="1"/>
              <a:t>Selection</a:t>
            </a:r>
            <a:endParaRPr lang="de-AT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569071"/>
            <a:ext cx="3200400" cy="1724025"/>
          </a:xfrm>
          <a:prstGeom prst="rect">
            <a:avLst/>
          </a:prstGeom>
        </p:spPr>
      </p:pic>
      <p:sp>
        <p:nvSpPr>
          <p:cNvPr id="7" name="Abgerundete rechteckige Legende 6"/>
          <p:cNvSpPr/>
          <p:nvPr/>
        </p:nvSpPr>
        <p:spPr>
          <a:xfrm>
            <a:off x="2483768" y="1700808"/>
            <a:ext cx="1656184" cy="576064"/>
          </a:xfrm>
          <a:prstGeom prst="wedgeRoundRectCallout">
            <a:avLst>
              <a:gd name="adj1" fmla="val -4896"/>
              <a:gd name="adj2" fmla="val 121411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  <p:sp>
        <p:nvSpPr>
          <p:cNvPr id="9" name="Ellipse 8"/>
          <p:cNvSpPr/>
          <p:nvPr/>
        </p:nvSpPr>
        <p:spPr>
          <a:xfrm>
            <a:off x="3635896" y="2636912"/>
            <a:ext cx="2232248" cy="504056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" name="Abgerundete rechteckige Legende 9"/>
          <p:cNvSpPr/>
          <p:nvPr/>
        </p:nvSpPr>
        <p:spPr>
          <a:xfrm>
            <a:off x="5436096" y="1700808"/>
            <a:ext cx="1656184" cy="576064"/>
          </a:xfrm>
          <a:prstGeom prst="wedgeRoundRectCallout">
            <a:avLst>
              <a:gd name="adj1" fmla="val -70922"/>
              <a:gd name="adj2" fmla="val 109956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Condition</a:t>
            </a:r>
            <a:endParaRPr lang="de-AT" dirty="0"/>
          </a:p>
        </p:txBody>
      </p:sp>
      <p:sp>
        <p:nvSpPr>
          <p:cNvPr id="11" name="Abgerundetes Rechteck 10"/>
          <p:cNvSpPr/>
          <p:nvPr/>
        </p:nvSpPr>
        <p:spPr>
          <a:xfrm>
            <a:off x="3491880" y="3356992"/>
            <a:ext cx="2592288" cy="576064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Abgerundete rechteckige Legende 11"/>
          <p:cNvSpPr/>
          <p:nvPr/>
        </p:nvSpPr>
        <p:spPr>
          <a:xfrm>
            <a:off x="6660232" y="2852936"/>
            <a:ext cx="1656184" cy="576064"/>
          </a:xfrm>
          <a:prstGeom prst="wedgeRoundRectCallout">
            <a:avLst>
              <a:gd name="adj1" fmla="val -84583"/>
              <a:gd name="adj2" fmla="val 75591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If</a:t>
            </a:r>
            <a:r>
              <a:rPr lang="de-AT" dirty="0"/>
              <a:t> </a:t>
            </a:r>
            <a:r>
              <a:rPr lang="de-AT" dirty="0" err="1"/>
              <a:t>branch</a:t>
            </a:r>
            <a:endParaRPr lang="de-AT" dirty="0"/>
          </a:p>
        </p:txBody>
      </p:sp>
      <p:sp>
        <p:nvSpPr>
          <p:cNvPr id="13" name="Abgerundete rechteckige Legende 12"/>
          <p:cNvSpPr/>
          <p:nvPr/>
        </p:nvSpPr>
        <p:spPr>
          <a:xfrm>
            <a:off x="683568" y="2708920"/>
            <a:ext cx="1656184" cy="576064"/>
          </a:xfrm>
          <a:prstGeom prst="wedgeRoundRectCallout">
            <a:avLst>
              <a:gd name="adj1" fmla="val 94143"/>
              <a:gd name="adj2" fmla="val 34681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Block </a:t>
            </a:r>
            <a:r>
              <a:rPr lang="de-AT" dirty="0" err="1"/>
              <a:t>start</a:t>
            </a:r>
            <a:endParaRPr lang="de-AT" dirty="0"/>
          </a:p>
        </p:txBody>
      </p:sp>
      <p:sp>
        <p:nvSpPr>
          <p:cNvPr id="14" name="Abgerundete rechteckige Legende 13"/>
          <p:cNvSpPr/>
          <p:nvPr/>
        </p:nvSpPr>
        <p:spPr>
          <a:xfrm>
            <a:off x="683568" y="4221088"/>
            <a:ext cx="1656184" cy="576064"/>
          </a:xfrm>
          <a:prstGeom prst="wedgeRoundRectCallout">
            <a:avLst>
              <a:gd name="adj1" fmla="val 95851"/>
              <a:gd name="adj2" fmla="val -101142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Block </a:t>
            </a:r>
            <a:r>
              <a:rPr lang="de-AT" dirty="0" err="1"/>
              <a:t>start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841090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020" y="2492896"/>
            <a:ext cx="4572000" cy="31623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</a:t>
            </a:r>
            <a:r>
              <a:rPr lang="de-AT" dirty="0" err="1"/>
              <a:t>Selection</a:t>
            </a:r>
            <a:endParaRPr lang="de-AT" dirty="0"/>
          </a:p>
        </p:txBody>
      </p:sp>
      <p:sp>
        <p:nvSpPr>
          <p:cNvPr id="7" name="Abgerundete rechteckige Legende 6"/>
          <p:cNvSpPr/>
          <p:nvPr/>
        </p:nvSpPr>
        <p:spPr>
          <a:xfrm>
            <a:off x="2483768" y="1196752"/>
            <a:ext cx="1656184" cy="576064"/>
          </a:xfrm>
          <a:prstGeom prst="wedgeRoundRectCallout">
            <a:avLst>
              <a:gd name="adj1" fmla="val -31079"/>
              <a:gd name="adj2" fmla="val 185232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  <p:sp>
        <p:nvSpPr>
          <p:cNvPr id="9" name="Ellipse 8"/>
          <p:cNvSpPr/>
          <p:nvPr/>
        </p:nvSpPr>
        <p:spPr>
          <a:xfrm>
            <a:off x="3176718" y="2533239"/>
            <a:ext cx="1899338" cy="504056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" name="Abgerundete rechteckige Legende 9"/>
          <p:cNvSpPr/>
          <p:nvPr/>
        </p:nvSpPr>
        <p:spPr>
          <a:xfrm>
            <a:off x="5436096" y="1268760"/>
            <a:ext cx="1656184" cy="576064"/>
          </a:xfrm>
          <a:prstGeom prst="wedgeRoundRectCallout">
            <a:avLst>
              <a:gd name="adj1" fmla="val -93120"/>
              <a:gd name="adj2" fmla="val 180322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Condition</a:t>
            </a:r>
            <a:endParaRPr lang="de-AT" dirty="0"/>
          </a:p>
        </p:txBody>
      </p:sp>
      <p:sp>
        <p:nvSpPr>
          <p:cNvPr id="11" name="Abgerundetes Rechteck 10"/>
          <p:cNvSpPr/>
          <p:nvPr/>
        </p:nvSpPr>
        <p:spPr>
          <a:xfrm>
            <a:off x="3118274" y="3250170"/>
            <a:ext cx="4046013" cy="576064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Abgerundete rechteckige Legende 11"/>
          <p:cNvSpPr/>
          <p:nvPr/>
        </p:nvSpPr>
        <p:spPr>
          <a:xfrm>
            <a:off x="6660232" y="2420888"/>
            <a:ext cx="1656184" cy="576064"/>
          </a:xfrm>
          <a:prstGeom prst="wedgeRoundRectCallout">
            <a:avLst>
              <a:gd name="adj1" fmla="val -85721"/>
              <a:gd name="adj2" fmla="val 90319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If</a:t>
            </a:r>
            <a:r>
              <a:rPr lang="de-AT" dirty="0"/>
              <a:t> </a:t>
            </a:r>
            <a:r>
              <a:rPr lang="de-AT" dirty="0" err="1"/>
              <a:t>branch</a:t>
            </a:r>
            <a:endParaRPr lang="de-AT" dirty="0"/>
          </a:p>
        </p:txBody>
      </p:sp>
      <p:sp>
        <p:nvSpPr>
          <p:cNvPr id="19" name="Abgerundetes Rechteck 18"/>
          <p:cNvSpPr/>
          <p:nvPr/>
        </p:nvSpPr>
        <p:spPr>
          <a:xfrm>
            <a:off x="3131840" y="4725144"/>
            <a:ext cx="4032447" cy="576064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0" name="Abgerundete rechteckige Legende 19"/>
          <p:cNvSpPr/>
          <p:nvPr/>
        </p:nvSpPr>
        <p:spPr>
          <a:xfrm>
            <a:off x="6812632" y="5517232"/>
            <a:ext cx="1656184" cy="576064"/>
          </a:xfrm>
          <a:prstGeom prst="wedgeRoundRectCallout">
            <a:avLst>
              <a:gd name="adj1" fmla="val -68076"/>
              <a:gd name="adj2" fmla="val -89687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Else </a:t>
            </a:r>
            <a:r>
              <a:rPr lang="de-AT" dirty="0" err="1"/>
              <a:t>branch</a:t>
            </a:r>
            <a:endParaRPr lang="de-AT" dirty="0"/>
          </a:p>
        </p:txBody>
      </p:sp>
      <p:sp>
        <p:nvSpPr>
          <p:cNvPr id="21" name="Abgerundete rechteckige Legende 20"/>
          <p:cNvSpPr/>
          <p:nvPr/>
        </p:nvSpPr>
        <p:spPr>
          <a:xfrm>
            <a:off x="7164288" y="3933056"/>
            <a:ext cx="1656184" cy="576064"/>
          </a:xfrm>
          <a:prstGeom prst="wedgeRoundRectCallout">
            <a:avLst>
              <a:gd name="adj1" fmla="val -282091"/>
              <a:gd name="adj2" fmla="val 5227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</p:spTree>
    <p:extLst>
      <p:ext uri="{BB962C8B-B14F-4D97-AF65-F5344CB8AC3E}">
        <p14:creationId xmlns:p14="http://schemas.microsoft.com/office/powerpoint/2010/main" val="1073124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179741"/>
            <a:ext cx="5701630" cy="5112689"/>
          </a:xfrm>
          <a:prstGeom prst="rect">
            <a:avLst/>
          </a:prstGeom>
        </p:spPr>
      </p:pic>
      <p:sp>
        <p:nvSpPr>
          <p:cNvPr id="10" name="Abgerundete rechteckige Legende 9"/>
          <p:cNvSpPr/>
          <p:nvPr/>
        </p:nvSpPr>
        <p:spPr>
          <a:xfrm>
            <a:off x="4918348" y="908720"/>
            <a:ext cx="1656184" cy="576064"/>
          </a:xfrm>
          <a:prstGeom prst="wedgeRoundRectCallout">
            <a:avLst>
              <a:gd name="adj1" fmla="val -126132"/>
              <a:gd name="adj2" fmla="val 15044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Expression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Switch</a:t>
            </a:r>
          </a:p>
        </p:txBody>
      </p:sp>
      <p:sp>
        <p:nvSpPr>
          <p:cNvPr id="7" name="Abgerundete rechteckige Legende 6"/>
          <p:cNvSpPr/>
          <p:nvPr/>
        </p:nvSpPr>
        <p:spPr>
          <a:xfrm>
            <a:off x="35496" y="1916832"/>
            <a:ext cx="1656184" cy="576064"/>
          </a:xfrm>
          <a:prstGeom prst="wedgeRoundRectCallout">
            <a:avLst>
              <a:gd name="adj1" fmla="val 53730"/>
              <a:gd name="adj2" fmla="val -142051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2" name="Abgerundete rechteckige Legende 11"/>
          <p:cNvSpPr/>
          <p:nvPr/>
        </p:nvSpPr>
        <p:spPr>
          <a:xfrm>
            <a:off x="6660232" y="3789040"/>
            <a:ext cx="1872208" cy="576064"/>
          </a:xfrm>
          <a:prstGeom prst="wedgeRoundRectCallout">
            <a:avLst>
              <a:gd name="adj1" fmla="val -158664"/>
              <a:gd name="adj2" fmla="val -246783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Case </a:t>
            </a:r>
            <a:r>
              <a:rPr lang="de-AT" dirty="0" err="1"/>
              <a:t>branches</a:t>
            </a:r>
            <a:endParaRPr lang="de-AT" dirty="0"/>
          </a:p>
        </p:txBody>
      </p:sp>
      <p:sp>
        <p:nvSpPr>
          <p:cNvPr id="22" name="Abgerundete rechteckige Legende 21"/>
          <p:cNvSpPr/>
          <p:nvPr/>
        </p:nvSpPr>
        <p:spPr>
          <a:xfrm>
            <a:off x="7164288" y="2204864"/>
            <a:ext cx="1656184" cy="576064"/>
          </a:xfrm>
          <a:prstGeom prst="wedgeRoundRectCallout">
            <a:avLst>
              <a:gd name="adj1" fmla="val -293475"/>
              <a:gd name="adj2" fmla="val -58595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Case </a:t>
            </a:r>
            <a:r>
              <a:rPr lang="de-AT" dirty="0" err="1"/>
              <a:t>labels</a:t>
            </a:r>
            <a:endParaRPr lang="de-AT" dirty="0"/>
          </a:p>
        </p:txBody>
      </p:sp>
      <p:sp>
        <p:nvSpPr>
          <p:cNvPr id="17" name="Abgerundete rechteckige Legende 16"/>
          <p:cNvSpPr/>
          <p:nvPr/>
        </p:nvSpPr>
        <p:spPr>
          <a:xfrm>
            <a:off x="35496" y="1916832"/>
            <a:ext cx="1656184" cy="576064"/>
          </a:xfrm>
          <a:prstGeom prst="wedgeRoundRectCallout">
            <a:avLst>
              <a:gd name="adj1" fmla="val 92435"/>
              <a:gd name="adj2" fmla="val -24230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8" name="Abgerundete rechteckige Legende 17"/>
          <p:cNvSpPr/>
          <p:nvPr/>
        </p:nvSpPr>
        <p:spPr>
          <a:xfrm>
            <a:off x="323528" y="4869160"/>
            <a:ext cx="1656184" cy="576064"/>
          </a:xfrm>
          <a:prstGeom prst="wedgeRoundRectCallout">
            <a:avLst>
              <a:gd name="adj1" fmla="val 38362"/>
              <a:gd name="adj2" fmla="val 113228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Block </a:t>
            </a:r>
            <a:r>
              <a:rPr lang="de-AT" dirty="0" err="1"/>
              <a:t>start</a:t>
            </a:r>
            <a:r>
              <a:rPr lang="de-AT" dirty="0"/>
              <a:t> / end</a:t>
            </a:r>
          </a:p>
        </p:txBody>
      </p:sp>
      <p:sp>
        <p:nvSpPr>
          <p:cNvPr id="19" name="Abgerundete rechteckige Legende 18"/>
          <p:cNvSpPr/>
          <p:nvPr/>
        </p:nvSpPr>
        <p:spPr>
          <a:xfrm>
            <a:off x="323528" y="4869160"/>
            <a:ext cx="1656184" cy="576064"/>
          </a:xfrm>
          <a:prstGeom prst="wedgeRoundRectCallout">
            <a:avLst>
              <a:gd name="adj1" fmla="val 42346"/>
              <a:gd name="adj2" fmla="val -570794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Block </a:t>
            </a:r>
            <a:r>
              <a:rPr lang="de-AT" dirty="0" err="1"/>
              <a:t>start</a:t>
            </a:r>
            <a:r>
              <a:rPr lang="de-AT" dirty="0"/>
              <a:t> / end</a:t>
            </a:r>
          </a:p>
        </p:txBody>
      </p:sp>
      <p:sp>
        <p:nvSpPr>
          <p:cNvPr id="20" name="Ellipse 19"/>
          <p:cNvSpPr/>
          <p:nvPr/>
        </p:nvSpPr>
        <p:spPr>
          <a:xfrm>
            <a:off x="1736520" y="1467272"/>
            <a:ext cx="243192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1" name="Ellipse 20"/>
          <p:cNvSpPr/>
          <p:nvPr/>
        </p:nvSpPr>
        <p:spPr>
          <a:xfrm>
            <a:off x="1691680" y="5805264"/>
            <a:ext cx="243192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7" name="Abgerundete rechteckige Legende 26"/>
          <p:cNvSpPr/>
          <p:nvPr/>
        </p:nvSpPr>
        <p:spPr>
          <a:xfrm>
            <a:off x="4427984" y="6021288"/>
            <a:ext cx="1872208" cy="576064"/>
          </a:xfrm>
          <a:prstGeom prst="wedgeRoundRectCallout">
            <a:avLst>
              <a:gd name="adj1" fmla="val -98243"/>
              <a:gd name="adj2" fmla="val -74959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Default </a:t>
            </a:r>
            <a:r>
              <a:rPr lang="de-AT" dirty="0" err="1"/>
              <a:t>branch</a:t>
            </a:r>
            <a:endParaRPr lang="de-AT" dirty="0"/>
          </a:p>
        </p:txBody>
      </p:sp>
      <p:sp>
        <p:nvSpPr>
          <p:cNvPr id="28" name="Ellipse 27"/>
          <p:cNvSpPr/>
          <p:nvPr/>
        </p:nvSpPr>
        <p:spPr>
          <a:xfrm>
            <a:off x="2328505" y="1827312"/>
            <a:ext cx="1019359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9" name="Ellipse 28"/>
          <p:cNvSpPr/>
          <p:nvPr/>
        </p:nvSpPr>
        <p:spPr>
          <a:xfrm>
            <a:off x="3563888" y="1772816"/>
            <a:ext cx="1019359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0" name="Ellipse 29"/>
          <p:cNvSpPr/>
          <p:nvPr/>
        </p:nvSpPr>
        <p:spPr>
          <a:xfrm>
            <a:off x="4788024" y="1772816"/>
            <a:ext cx="1019359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1" name="Ellipse 30"/>
          <p:cNvSpPr/>
          <p:nvPr/>
        </p:nvSpPr>
        <p:spPr>
          <a:xfrm>
            <a:off x="6012160" y="1772816"/>
            <a:ext cx="1019359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2" name="Abgerundete rechteckige Legende 31"/>
          <p:cNvSpPr/>
          <p:nvPr/>
        </p:nvSpPr>
        <p:spPr>
          <a:xfrm>
            <a:off x="7164288" y="2204864"/>
            <a:ext cx="1656184" cy="576064"/>
          </a:xfrm>
          <a:prstGeom prst="wedgeRoundRectCallout">
            <a:avLst>
              <a:gd name="adj1" fmla="val -215496"/>
              <a:gd name="adj2" fmla="val -65141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Case </a:t>
            </a:r>
            <a:r>
              <a:rPr lang="de-AT" dirty="0" err="1"/>
              <a:t>labels</a:t>
            </a:r>
            <a:endParaRPr lang="de-AT" dirty="0"/>
          </a:p>
        </p:txBody>
      </p:sp>
      <p:sp>
        <p:nvSpPr>
          <p:cNvPr id="33" name="Abgerundete rechteckige Legende 32"/>
          <p:cNvSpPr/>
          <p:nvPr/>
        </p:nvSpPr>
        <p:spPr>
          <a:xfrm>
            <a:off x="7164288" y="2204864"/>
            <a:ext cx="1656184" cy="576064"/>
          </a:xfrm>
          <a:prstGeom prst="wedgeRoundRectCallout">
            <a:avLst>
              <a:gd name="adj1" fmla="val -138656"/>
              <a:gd name="adj2" fmla="val -61868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Case </a:t>
            </a:r>
            <a:r>
              <a:rPr lang="de-AT" dirty="0" err="1"/>
              <a:t>labels</a:t>
            </a:r>
            <a:endParaRPr lang="de-AT" dirty="0"/>
          </a:p>
        </p:txBody>
      </p:sp>
      <p:sp>
        <p:nvSpPr>
          <p:cNvPr id="34" name="Abgerundete rechteckige Legende 33"/>
          <p:cNvSpPr/>
          <p:nvPr/>
        </p:nvSpPr>
        <p:spPr>
          <a:xfrm>
            <a:off x="7164288" y="2204864"/>
            <a:ext cx="1656184" cy="576064"/>
          </a:xfrm>
          <a:prstGeom prst="wedgeRoundRectCallout">
            <a:avLst>
              <a:gd name="adj1" fmla="val -64662"/>
              <a:gd name="adj2" fmla="val -63504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Case </a:t>
            </a:r>
            <a:r>
              <a:rPr lang="de-AT" dirty="0" err="1"/>
              <a:t>labels</a:t>
            </a:r>
            <a:endParaRPr lang="de-AT" dirty="0"/>
          </a:p>
        </p:txBody>
      </p:sp>
      <p:sp>
        <p:nvSpPr>
          <p:cNvPr id="35" name="Abgerundetes Rechteck 34"/>
          <p:cNvSpPr/>
          <p:nvPr/>
        </p:nvSpPr>
        <p:spPr>
          <a:xfrm>
            <a:off x="2915942" y="2189243"/>
            <a:ext cx="1739314" cy="646182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6" name="Abgerundetes Rechteck 35"/>
          <p:cNvSpPr/>
          <p:nvPr/>
        </p:nvSpPr>
        <p:spPr>
          <a:xfrm>
            <a:off x="2915816" y="3214866"/>
            <a:ext cx="1739314" cy="646182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7" name="Abgerundetes Rechteck 36"/>
          <p:cNvSpPr/>
          <p:nvPr/>
        </p:nvSpPr>
        <p:spPr>
          <a:xfrm>
            <a:off x="2915816" y="4222978"/>
            <a:ext cx="1739314" cy="646182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8" name="Abgerundetes Rechteck 37"/>
          <p:cNvSpPr/>
          <p:nvPr/>
        </p:nvSpPr>
        <p:spPr>
          <a:xfrm>
            <a:off x="2915816" y="5157191"/>
            <a:ext cx="4248472" cy="702569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9" name="Abgerundete rechteckige Legende 38"/>
          <p:cNvSpPr/>
          <p:nvPr/>
        </p:nvSpPr>
        <p:spPr>
          <a:xfrm>
            <a:off x="6660232" y="3789040"/>
            <a:ext cx="1872208" cy="576064"/>
          </a:xfrm>
          <a:prstGeom prst="wedgeRoundRectCallout">
            <a:avLst>
              <a:gd name="adj1" fmla="val -158160"/>
              <a:gd name="adj2" fmla="val -86414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Case </a:t>
            </a:r>
            <a:r>
              <a:rPr lang="de-AT" dirty="0" err="1"/>
              <a:t>branches</a:t>
            </a:r>
            <a:endParaRPr lang="de-AT" dirty="0"/>
          </a:p>
        </p:txBody>
      </p:sp>
      <p:sp>
        <p:nvSpPr>
          <p:cNvPr id="40" name="Abgerundete rechteckige Legende 39"/>
          <p:cNvSpPr/>
          <p:nvPr/>
        </p:nvSpPr>
        <p:spPr>
          <a:xfrm>
            <a:off x="6660232" y="3789040"/>
            <a:ext cx="1872208" cy="576064"/>
          </a:xfrm>
          <a:prstGeom prst="wedgeRoundRectCallout">
            <a:avLst>
              <a:gd name="adj1" fmla="val -159671"/>
              <a:gd name="adj2" fmla="val 73955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Case </a:t>
            </a:r>
            <a:r>
              <a:rPr lang="de-AT" dirty="0" err="1"/>
              <a:t>branches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930468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bgerundete rechteckige Legende 9"/>
          <p:cNvSpPr/>
          <p:nvPr/>
        </p:nvSpPr>
        <p:spPr>
          <a:xfrm>
            <a:off x="4918348" y="1268760"/>
            <a:ext cx="1656184" cy="576064"/>
          </a:xfrm>
          <a:prstGeom prst="wedgeRoundRectCallout">
            <a:avLst>
              <a:gd name="adj1" fmla="val -44739"/>
              <a:gd name="adj2" fmla="val 186868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Condition</a:t>
            </a:r>
            <a:endParaRPr lang="de-AT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2600325"/>
            <a:ext cx="3429000" cy="165735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</a:t>
            </a:r>
            <a:r>
              <a:rPr lang="de-AT" dirty="0" err="1"/>
              <a:t>While</a:t>
            </a:r>
            <a:r>
              <a:rPr lang="de-AT" dirty="0"/>
              <a:t>-Loop</a:t>
            </a:r>
          </a:p>
        </p:txBody>
      </p:sp>
      <p:sp>
        <p:nvSpPr>
          <p:cNvPr id="7" name="Abgerundete rechteckige Legende 6"/>
          <p:cNvSpPr/>
          <p:nvPr/>
        </p:nvSpPr>
        <p:spPr>
          <a:xfrm>
            <a:off x="2483768" y="1196752"/>
            <a:ext cx="1656184" cy="576064"/>
          </a:xfrm>
          <a:prstGeom prst="wedgeRoundRectCallout">
            <a:avLst>
              <a:gd name="adj1" fmla="val -31079"/>
              <a:gd name="adj2" fmla="val 185232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  <p:sp>
        <p:nvSpPr>
          <p:cNvPr id="9" name="Ellipse 8"/>
          <p:cNvSpPr/>
          <p:nvPr/>
        </p:nvSpPr>
        <p:spPr>
          <a:xfrm>
            <a:off x="2123728" y="2600325"/>
            <a:ext cx="3645024" cy="540643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" name="Abgerundetes Rechteck 10"/>
          <p:cNvSpPr/>
          <p:nvPr/>
        </p:nvSpPr>
        <p:spPr>
          <a:xfrm>
            <a:off x="2987825" y="3284984"/>
            <a:ext cx="2664296" cy="576064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Abgerundete rechteckige Legende 11"/>
          <p:cNvSpPr/>
          <p:nvPr/>
        </p:nvSpPr>
        <p:spPr>
          <a:xfrm>
            <a:off x="6660232" y="4293096"/>
            <a:ext cx="1656184" cy="576064"/>
          </a:xfrm>
          <a:prstGeom prst="wedgeRoundRectCallout">
            <a:avLst>
              <a:gd name="adj1" fmla="val -111334"/>
              <a:gd name="adj2" fmla="val -161689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Body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loop</a:t>
            </a:r>
            <a:endParaRPr lang="de-AT" dirty="0"/>
          </a:p>
        </p:txBody>
      </p:sp>
      <p:sp>
        <p:nvSpPr>
          <p:cNvPr id="22" name="Abgerundete rechteckige Legende 21"/>
          <p:cNvSpPr/>
          <p:nvPr/>
        </p:nvSpPr>
        <p:spPr>
          <a:xfrm>
            <a:off x="6812632" y="2420888"/>
            <a:ext cx="1656184" cy="576064"/>
          </a:xfrm>
          <a:prstGeom prst="wedgeRoundRectCallout">
            <a:avLst>
              <a:gd name="adj1" fmla="val -113042"/>
              <a:gd name="adj2" fmla="val 28135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Head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loop</a:t>
            </a:r>
            <a:endParaRPr lang="de-AT" dirty="0"/>
          </a:p>
        </p:txBody>
      </p:sp>
      <p:sp>
        <p:nvSpPr>
          <p:cNvPr id="23" name="Abgerundete rechteckige Legende 22"/>
          <p:cNvSpPr/>
          <p:nvPr/>
        </p:nvSpPr>
        <p:spPr>
          <a:xfrm>
            <a:off x="3491880" y="5157192"/>
            <a:ext cx="1656184" cy="576064"/>
          </a:xfrm>
          <a:prstGeom prst="wedgeRoundRectCallout">
            <a:avLst>
              <a:gd name="adj1" fmla="val -106212"/>
              <a:gd name="adj2" fmla="val -359696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Block </a:t>
            </a:r>
            <a:r>
              <a:rPr lang="de-AT" dirty="0" err="1"/>
              <a:t>start</a:t>
            </a:r>
            <a:r>
              <a:rPr lang="de-AT" dirty="0"/>
              <a:t> / end</a:t>
            </a:r>
          </a:p>
        </p:txBody>
      </p:sp>
      <p:sp>
        <p:nvSpPr>
          <p:cNvPr id="24" name="Abgerundete rechteckige Legende 23"/>
          <p:cNvSpPr/>
          <p:nvPr/>
        </p:nvSpPr>
        <p:spPr>
          <a:xfrm>
            <a:off x="3491880" y="5157192"/>
            <a:ext cx="1656184" cy="576064"/>
          </a:xfrm>
          <a:prstGeom prst="wedgeRoundRectCallout">
            <a:avLst>
              <a:gd name="adj1" fmla="val -110196"/>
              <a:gd name="adj2" fmla="val -240238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Block </a:t>
            </a:r>
            <a:r>
              <a:rPr lang="de-AT" dirty="0" err="1"/>
              <a:t>start</a:t>
            </a:r>
            <a:r>
              <a:rPr lang="de-AT" dirty="0"/>
              <a:t> / end</a:t>
            </a:r>
          </a:p>
        </p:txBody>
      </p:sp>
      <p:sp>
        <p:nvSpPr>
          <p:cNvPr id="25" name="Ellipse 24"/>
          <p:cNvSpPr/>
          <p:nvPr/>
        </p:nvSpPr>
        <p:spPr>
          <a:xfrm>
            <a:off x="2339752" y="2996952"/>
            <a:ext cx="243192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6" name="Ellipse 25"/>
          <p:cNvSpPr/>
          <p:nvPr/>
        </p:nvSpPr>
        <p:spPr>
          <a:xfrm>
            <a:off x="2339752" y="3771528"/>
            <a:ext cx="243192" cy="449560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75760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5" y="2229724"/>
            <a:ext cx="8064896" cy="2170973"/>
          </a:xfrm>
          <a:prstGeom prst="rect">
            <a:avLst/>
          </a:prstGeom>
        </p:spPr>
      </p:pic>
      <p:sp>
        <p:nvSpPr>
          <p:cNvPr id="9" name="Ellipse 8"/>
          <p:cNvSpPr/>
          <p:nvPr/>
        </p:nvSpPr>
        <p:spPr>
          <a:xfrm>
            <a:off x="2267744" y="4005064"/>
            <a:ext cx="1988840" cy="413147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7" name="Abgerundetes Rechteck 26"/>
          <p:cNvSpPr/>
          <p:nvPr/>
        </p:nvSpPr>
        <p:spPr>
          <a:xfrm>
            <a:off x="1187624" y="4005064"/>
            <a:ext cx="3456384" cy="337548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" name="Abgerundete rechteckige Legende 9"/>
          <p:cNvSpPr/>
          <p:nvPr/>
        </p:nvSpPr>
        <p:spPr>
          <a:xfrm>
            <a:off x="5004048" y="5229200"/>
            <a:ext cx="1656184" cy="576064"/>
          </a:xfrm>
          <a:prstGeom prst="wedgeRoundRectCallout">
            <a:avLst>
              <a:gd name="adj1" fmla="val -117026"/>
              <a:gd name="adj2" fmla="val -214054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Condition</a:t>
            </a:r>
            <a:endParaRPr lang="de-AT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Do-</a:t>
            </a:r>
            <a:r>
              <a:rPr lang="de-AT" dirty="0" err="1"/>
              <a:t>While</a:t>
            </a:r>
            <a:r>
              <a:rPr lang="de-AT" dirty="0"/>
              <a:t>-Loop</a:t>
            </a:r>
          </a:p>
        </p:txBody>
      </p:sp>
      <p:sp>
        <p:nvSpPr>
          <p:cNvPr id="7" name="Abgerundete rechteckige Legende 6"/>
          <p:cNvSpPr/>
          <p:nvPr/>
        </p:nvSpPr>
        <p:spPr>
          <a:xfrm>
            <a:off x="107504" y="980728"/>
            <a:ext cx="1656184" cy="576064"/>
          </a:xfrm>
          <a:prstGeom prst="wedgeRoundRectCallout">
            <a:avLst>
              <a:gd name="adj1" fmla="val -2620"/>
              <a:gd name="adj2" fmla="val 249052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1" name="Abgerundetes Rechteck 10"/>
          <p:cNvSpPr/>
          <p:nvPr/>
        </p:nvSpPr>
        <p:spPr>
          <a:xfrm>
            <a:off x="1475656" y="3213149"/>
            <a:ext cx="7416825" cy="791915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Abgerundete rechteckige Legende 11"/>
          <p:cNvSpPr/>
          <p:nvPr/>
        </p:nvSpPr>
        <p:spPr>
          <a:xfrm>
            <a:off x="6660232" y="2132856"/>
            <a:ext cx="1656184" cy="576064"/>
          </a:xfrm>
          <a:prstGeom prst="wedgeRoundRectCallout">
            <a:avLst>
              <a:gd name="adj1" fmla="val -15711"/>
              <a:gd name="adj2" fmla="val 137775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Body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loop</a:t>
            </a:r>
            <a:endParaRPr lang="de-AT" dirty="0"/>
          </a:p>
        </p:txBody>
      </p:sp>
      <p:sp>
        <p:nvSpPr>
          <p:cNvPr id="22" name="Abgerundete rechteckige Legende 21"/>
          <p:cNvSpPr/>
          <p:nvPr/>
        </p:nvSpPr>
        <p:spPr>
          <a:xfrm>
            <a:off x="6444208" y="4365104"/>
            <a:ext cx="1656184" cy="576064"/>
          </a:xfrm>
          <a:prstGeom prst="wedgeRoundRectCallout">
            <a:avLst>
              <a:gd name="adj1" fmla="val -159146"/>
              <a:gd name="adj2" fmla="val -70050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Foot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loop</a:t>
            </a:r>
            <a:endParaRPr lang="de-AT" dirty="0"/>
          </a:p>
        </p:txBody>
      </p:sp>
      <p:sp>
        <p:nvSpPr>
          <p:cNvPr id="23" name="Abgerundete rechteckige Legende 22"/>
          <p:cNvSpPr/>
          <p:nvPr/>
        </p:nvSpPr>
        <p:spPr>
          <a:xfrm>
            <a:off x="3575906" y="2204864"/>
            <a:ext cx="2292238" cy="576064"/>
          </a:xfrm>
          <a:prstGeom prst="wedgeRoundRectCallout">
            <a:avLst>
              <a:gd name="adj1" fmla="val -160967"/>
              <a:gd name="adj2" fmla="val 85410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Start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body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loop</a:t>
            </a:r>
            <a:endParaRPr lang="de-AT" dirty="0"/>
          </a:p>
        </p:txBody>
      </p:sp>
      <p:sp>
        <p:nvSpPr>
          <p:cNvPr id="25" name="Ellipse 24"/>
          <p:cNvSpPr/>
          <p:nvPr/>
        </p:nvSpPr>
        <p:spPr>
          <a:xfrm>
            <a:off x="872424" y="2943024"/>
            <a:ext cx="198352" cy="413967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6" name="Ellipse 25"/>
          <p:cNvSpPr/>
          <p:nvPr/>
        </p:nvSpPr>
        <p:spPr>
          <a:xfrm>
            <a:off x="872424" y="3987551"/>
            <a:ext cx="198352" cy="510013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4" name="Abgerundete rechteckige Legende 23"/>
          <p:cNvSpPr/>
          <p:nvPr/>
        </p:nvSpPr>
        <p:spPr>
          <a:xfrm>
            <a:off x="35496" y="5445224"/>
            <a:ext cx="2376265" cy="576064"/>
          </a:xfrm>
          <a:prstGeom prst="wedgeRoundRectCallout">
            <a:avLst>
              <a:gd name="adj1" fmla="val -11725"/>
              <a:gd name="adj2" fmla="val -220602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End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body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loop</a:t>
            </a:r>
            <a:endParaRPr lang="de-AT" dirty="0"/>
          </a:p>
        </p:txBody>
      </p:sp>
      <p:sp>
        <p:nvSpPr>
          <p:cNvPr id="28" name="Abgerundete rechteckige Legende 27"/>
          <p:cNvSpPr/>
          <p:nvPr/>
        </p:nvSpPr>
        <p:spPr>
          <a:xfrm>
            <a:off x="2915816" y="5373216"/>
            <a:ext cx="1656184" cy="523714"/>
          </a:xfrm>
          <a:prstGeom prst="wedgeRoundRectCallout">
            <a:avLst>
              <a:gd name="adj1" fmla="val -109058"/>
              <a:gd name="adj2" fmla="val -260032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</p:spTree>
    <p:extLst>
      <p:ext uri="{BB962C8B-B14F-4D97-AF65-F5344CB8AC3E}">
        <p14:creationId xmlns:p14="http://schemas.microsoft.com/office/powerpoint/2010/main" val="359255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" y="1700212"/>
            <a:ext cx="8410575" cy="3457575"/>
          </a:xfrm>
          <a:prstGeom prst="rect">
            <a:avLst/>
          </a:prstGeom>
        </p:spPr>
      </p:pic>
      <p:sp>
        <p:nvSpPr>
          <p:cNvPr id="10" name="Abgerundete rechteckige Legende 9"/>
          <p:cNvSpPr/>
          <p:nvPr/>
        </p:nvSpPr>
        <p:spPr>
          <a:xfrm>
            <a:off x="2555776" y="980728"/>
            <a:ext cx="1944216" cy="576064"/>
          </a:xfrm>
          <a:prstGeom prst="wedgeRoundRectCallout">
            <a:avLst>
              <a:gd name="adj1" fmla="val -76740"/>
              <a:gd name="adj2" fmla="val 216323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Declaration</a:t>
            </a:r>
            <a:r>
              <a:rPr lang="de-AT" dirty="0"/>
              <a:t> </a:t>
            </a:r>
            <a:r>
              <a:rPr lang="de-AT" dirty="0" err="1"/>
              <a:t>and</a:t>
            </a:r>
            <a:r>
              <a:rPr lang="de-AT" dirty="0"/>
              <a:t> </a:t>
            </a:r>
          </a:p>
          <a:p>
            <a:pPr algn="ctr"/>
            <a:r>
              <a:rPr lang="de-AT" dirty="0" err="1"/>
              <a:t>initialization</a:t>
            </a:r>
            <a:endParaRPr lang="de-AT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</a:t>
            </a:r>
            <a:r>
              <a:rPr lang="de-AT" dirty="0" err="1"/>
              <a:t>For</a:t>
            </a:r>
            <a:r>
              <a:rPr lang="de-AT" dirty="0"/>
              <a:t>-Loop</a:t>
            </a:r>
          </a:p>
        </p:txBody>
      </p:sp>
      <p:sp>
        <p:nvSpPr>
          <p:cNvPr id="7" name="Abgerundete rechteckige Legende 6"/>
          <p:cNvSpPr/>
          <p:nvPr/>
        </p:nvSpPr>
        <p:spPr>
          <a:xfrm>
            <a:off x="395536" y="980728"/>
            <a:ext cx="1656184" cy="576064"/>
          </a:xfrm>
          <a:prstGeom prst="wedgeRoundRectCallout">
            <a:avLst>
              <a:gd name="adj1" fmla="val -36202"/>
              <a:gd name="adj2" fmla="val 222870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Keyword</a:t>
            </a:r>
          </a:p>
        </p:txBody>
      </p:sp>
      <p:sp>
        <p:nvSpPr>
          <p:cNvPr id="11" name="Abgerundetes Rechteck 10"/>
          <p:cNvSpPr/>
          <p:nvPr/>
        </p:nvSpPr>
        <p:spPr>
          <a:xfrm>
            <a:off x="1115616" y="3212976"/>
            <a:ext cx="6264696" cy="1800200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Abgerundete rechteckige Legende 11"/>
          <p:cNvSpPr/>
          <p:nvPr/>
        </p:nvSpPr>
        <p:spPr>
          <a:xfrm>
            <a:off x="7762428" y="3501008"/>
            <a:ext cx="1202060" cy="576064"/>
          </a:xfrm>
          <a:prstGeom prst="wedgeRoundRectCallout">
            <a:avLst>
              <a:gd name="adj1" fmla="val -80749"/>
              <a:gd name="adj2" fmla="val 19953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Body </a:t>
            </a:r>
            <a:r>
              <a:rPr lang="de-AT" dirty="0" err="1"/>
              <a:t>of</a:t>
            </a:r>
            <a:r>
              <a:rPr lang="de-AT" dirty="0"/>
              <a:t> </a:t>
            </a:r>
          </a:p>
          <a:p>
            <a:pPr algn="ctr"/>
            <a:r>
              <a:rPr lang="de-AT" dirty="0" err="1"/>
              <a:t>loop</a:t>
            </a:r>
            <a:endParaRPr lang="de-AT" dirty="0"/>
          </a:p>
        </p:txBody>
      </p:sp>
      <p:sp>
        <p:nvSpPr>
          <p:cNvPr id="22" name="Abgerundete rechteckige Legende 21"/>
          <p:cNvSpPr/>
          <p:nvPr/>
        </p:nvSpPr>
        <p:spPr>
          <a:xfrm>
            <a:off x="6948264" y="4509120"/>
            <a:ext cx="1964655" cy="576064"/>
          </a:xfrm>
          <a:prstGeom prst="wedgeRoundRectCallout">
            <a:avLst>
              <a:gd name="adj1" fmla="val -237795"/>
              <a:gd name="adj2" fmla="val -161689"/>
              <a:gd name="adj3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bles</a:t>
            </a:r>
            <a:endParaRPr lang="de-AT" dirty="0"/>
          </a:p>
        </p:txBody>
      </p:sp>
      <p:sp>
        <p:nvSpPr>
          <p:cNvPr id="23" name="Abgerundete rechteckige Legende 22"/>
          <p:cNvSpPr/>
          <p:nvPr/>
        </p:nvSpPr>
        <p:spPr>
          <a:xfrm>
            <a:off x="467544" y="5445224"/>
            <a:ext cx="1656184" cy="576064"/>
          </a:xfrm>
          <a:prstGeom prst="wedgeRoundRectCallout">
            <a:avLst>
              <a:gd name="adj1" fmla="val -42463"/>
              <a:gd name="adj2" fmla="val -434971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Block </a:t>
            </a:r>
            <a:r>
              <a:rPr lang="de-AT" dirty="0" err="1"/>
              <a:t>start</a:t>
            </a:r>
            <a:r>
              <a:rPr lang="de-AT" dirty="0"/>
              <a:t> / end</a:t>
            </a:r>
          </a:p>
        </p:txBody>
      </p:sp>
      <p:sp>
        <p:nvSpPr>
          <p:cNvPr id="24" name="Abgerundete rechteckige Legende 23"/>
          <p:cNvSpPr/>
          <p:nvPr/>
        </p:nvSpPr>
        <p:spPr>
          <a:xfrm>
            <a:off x="467544" y="5445224"/>
            <a:ext cx="1656184" cy="576064"/>
          </a:xfrm>
          <a:prstGeom prst="wedgeRoundRectCallout">
            <a:avLst>
              <a:gd name="adj1" fmla="val -44739"/>
              <a:gd name="adj2" fmla="val -127325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Start / End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body</a:t>
            </a:r>
            <a:endParaRPr lang="de-AT" dirty="0"/>
          </a:p>
        </p:txBody>
      </p:sp>
      <p:sp>
        <p:nvSpPr>
          <p:cNvPr id="17" name="Abgerundetes Rechteck 16"/>
          <p:cNvSpPr/>
          <p:nvPr/>
        </p:nvSpPr>
        <p:spPr>
          <a:xfrm>
            <a:off x="1259632" y="2492896"/>
            <a:ext cx="3456384" cy="360636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8" name="Abgerundetes Rechteck 17"/>
          <p:cNvSpPr/>
          <p:nvPr/>
        </p:nvSpPr>
        <p:spPr>
          <a:xfrm>
            <a:off x="4860032" y="2492896"/>
            <a:ext cx="2808312" cy="360636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9" name="Abgerundetes Rechteck 18"/>
          <p:cNvSpPr/>
          <p:nvPr/>
        </p:nvSpPr>
        <p:spPr>
          <a:xfrm>
            <a:off x="7762428" y="2492896"/>
            <a:ext cx="553988" cy="360636"/>
          </a:xfrm>
          <a:prstGeom prst="roundRect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0" name="Abgerundete rechteckige Legende 19"/>
          <p:cNvSpPr/>
          <p:nvPr/>
        </p:nvSpPr>
        <p:spPr>
          <a:xfrm>
            <a:off x="6948264" y="4509120"/>
            <a:ext cx="1964655" cy="576064"/>
          </a:xfrm>
          <a:prstGeom prst="wedgeRoundRectCallout">
            <a:avLst>
              <a:gd name="adj1" fmla="val -242113"/>
              <a:gd name="adj2" fmla="val -223873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21" name="Abgerundete rechteckige Legende 20"/>
          <p:cNvSpPr/>
          <p:nvPr/>
        </p:nvSpPr>
        <p:spPr>
          <a:xfrm>
            <a:off x="4788024" y="980728"/>
            <a:ext cx="1296144" cy="576064"/>
          </a:xfrm>
          <a:prstGeom prst="wedgeRoundRectCallout">
            <a:avLst>
              <a:gd name="adj1" fmla="val 1324"/>
              <a:gd name="adj2" fmla="val 214687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Condition</a:t>
            </a:r>
            <a:endParaRPr lang="de-AT" dirty="0"/>
          </a:p>
        </p:txBody>
      </p:sp>
      <p:sp>
        <p:nvSpPr>
          <p:cNvPr id="27" name="Abgerundete rechteckige Legende 26"/>
          <p:cNvSpPr/>
          <p:nvPr/>
        </p:nvSpPr>
        <p:spPr>
          <a:xfrm>
            <a:off x="6804248" y="980728"/>
            <a:ext cx="1800200" cy="576064"/>
          </a:xfrm>
          <a:prstGeom prst="wedgeRoundRectCallout">
            <a:avLst>
              <a:gd name="adj1" fmla="val 18605"/>
              <a:gd name="adj2" fmla="val 213051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Loop variable </a:t>
            </a:r>
            <a:r>
              <a:rPr lang="de-AT" dirty="0" err="1"/>
              <a:t>increment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00946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925" y="2714625"/>
            <a:ext cx="5010150" cy="142875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Array</a:t>
            </a:r>
          </a:p>
        </p:txBody>
      </p:sp>
      <p:sp>
        <p:nvSpPr>
          <p:cNvPr id="12" name="Abgerundete rechteckige Legende 11"/>
          <p:cNvSpPr/>
          <p:nvPr/>
        </p:nvSpPr>
        <p:spPr>
          <a:xfrm>
            <a:off x="6300192" y="1772816"/>
            <a:ext cx="1656184" cy="576064"/>
          </a:xfrm>
          <a:prstGeom prst="wedgeRoundRectCallout">
            <a:avLst>
              <a:gd name="adj1" fmla="val -44740"/>
              <a:gd name="adj2" fmla="val 144321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Size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array</a:t>
            </a:r>
            <a:endParaRPr lang="de-AT" dirty="0"/>
          </a:p>
        </p:txBody>
      </p:sp>
      <p:sp>
        <p:nvSpPr>
          <p:cNvPr id="23" name="Abgerundete rechteckige Legende 22"/>
          <p:cNvSpPr/>
          <p:nvPr/>
        </p:nvSpPr>
        <p:spPr>
          <a:xfrm>
            <a:off x="2195736" y="1556792"/>
            <a:ext cx="2292238" cy="576064"/>
          </a:xfrm>
          <a:prstGeom prst="wedgeRoundRectCallout">
            <a:avLst>
              <a:gd name="adj1" fmla="val -38004"/>
              <a:gd name="adj2" fmla="val 190141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Type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array</a:t>
            </a:r>
            <a:endParaRPr lang="de-AT" dirty="0"/>
          </a:p>
        </p:txBody>
      </p:sp>
      <p:sp>
        <p:nvSpPr>
          <p:cNvPr id="25" name="Ellipse 24"/>
          <p:cNvSpPr/>
          <p:nvPr/>
        </p:nvSpPr>
        <p:spPr>
          <a:xfrm>
            <a:off x="3347864" y="3573584"/>
            <a:ext cx="198352" cy="413967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4" name="Abgerundete rechteckige Legende 23"/>
          <p:cNvSpPr/>
          <p:nvPr/>
        </p:nvSpPr>
        <p:spPr>
          <a:xfrm>
            <a:off x="1979711" y="5013176"/>
            <a:ext cx="2376265" cy="576064"/>
          </a:xfrm>
          <a:prstGeom prst="wedgeRoundRectCallout">
            <a:avLst>
              <a:gd name="adj1" fmla="val 27946"/>
              <a:gd name="adj2" fmla="val -233693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Index </a:t>
            </a:r>
            <a:r>
              <a:rPr lang="de-AT" dirty="0" err="1"/>
              <a:t>operator</a:t>
            </a:r>
            <a:endParaRPr lang="de-AT" dirty="0"/>
          </a:p>
        </p:txBody>
      </p:sp>
      <p:sp>
        <p:nvSpPr>
          <p:cNvPr id="28" name="Abgerundete rechteckige Legende 27"/>
          <p:cNvSpPr/>
          <p:nvPr/>
        </p:nvSpPr>
        <p:spPr>
          <a:xfrm>
            <a:off x="5148064" y="4705486"/>
            <a:ext cx="1656184" cy="523714"/>
          </a:xfrm>
          <a:prstGeom prst="wedgeRoundRectCallout">
            <a:avLst>
              <a:gd name="adj1" fmla="val -143778"/>
              <a:gd name="adj2" fmla="val -213233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Index</a:t>
            </a:r>
          </a:p>
        </p:txBody>
      </p:sp>
      <p:sp>
        <p:nvSpPr>
          <p:cNvPr id="17" name="Ellipse 16"/>
          <p:cNvSpPr/>
          <p:nvPr/>
        </p:nvSpPr>
        <p:spPr>
          <a:xfrm>
            <a:off x="3707904" y="3573016"/>
            <a:ext cx="198352" cy="413967"/>
          </a:xfrm>
          <a:prstGeom prst="ellipse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8" name="Abgerundete rechteckige Legende 17"/>
          <p:cNvSpPr/>
          <p:nvPr/>
        </p:nvSpPr>
        <p:spPr>
          <a:xfrm>
            <a:off x="1979712" y="5013176"/>
            <a:ext cx="2376265" cy="576064"/>
          </a:xfrm>
          <a:prstGeom prst="wedgeRoundRectCallout">
            <a:avLst>
              <a:gd name="adj1" fmla="val 9301"/>
              <a:gd name="adj2" fmla="val -238602"/>
              <a:gd name="adj3" fmla="val 1666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Index </a:t>
            </a:r>
            <a:r>
              <a:rPr lang="de-AT" dirty="0" err="1"/>
              <a:t>operator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0719076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2" y="2636912"/>
            <a:ext cx="6429375" cy="1552575"/>
          </a:xfrm>
          <a:prstGeom prst="rect">
            <a:avLst/>
          </a:prstGeom>
        </p:spPr>
      </p:pic>
      <p:sp>
        <p:nvSpPr>
          <p:cNvPr id="15" name="Flussdiagramm: Alternativer Prozess 14"/>
          <p:cNvSpPr/>
          <p:nvPr/>
        </p:nvSpPr>
        <p:spPr>
          <a:xfrm>
            <a:off x="1331640" y="2564904"/>
            <a:ext cx="5400600" cy="488256"/>
          </a:xfrm>
          <a:prstGeom prst="flowChartAlternateProcess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</a:t>
            </a:r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0" name="Rechteckige Legende 9"/>
          <p:cNvSpPr/>
          <p:nvPr/>
        </p:nvSpPr>
        <p:spPr>
          <a:xfrm>
            <a:off x="395536" y="1484784"/>
            <a:ext cx="1440160" cy="720080"/>
          </a:xfrm>
          <a:prstGeom prst="wedgeRectCallout">
            <a:avLst>
              <a:gd name="adj1" fmla="val 60333"/>
              <a:gd name="adj2" fmla="val 113556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1" name="Rechteckige Legende 10"/>
          <p:cNvSpPr/>
          <p:nvPr/>
        </p:nvSpPr>
        <p:spPr>
          <a:xfrm>
            <a:off x="2123728" y="1484784"/>
            <a:ext cx="1440160" cy="720080"/>
          </a:xfrm>
          <a:prstGeom prst="wedgeRectCallout">
            <a:avLst>
              <a:gd name="adj1" fmla="val 4040"/>
              <a:gd name="adj2" fmla="val 110938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Return type </a:t>
            </a:r>
          </a:p>
          <a:p>
            <a:pPr algn="ctr"/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2" name="Rechteckige Legende 11"/>
          <p:cNvSpPr/>
          <p:nvPr/>
        </p:nvSpPr>
        <p:spPr>
          <a:xfrm>
            <a:off x="3851920" y="1484784"/>
            <a:ext cx="1440160" cy="720080"/>
          </a:xfrm>
          <a:prstGeom prst="wedgeRectCallout">
            <a:avLst>
              <a:gd name="adj1" fmla="val -54216"/>
              <a:gd name="adj2" fmla="val 107011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Name</a:t>
            </a:r>
          </a:p>
          <a:p>
            <a:pPr algn="ctr"/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3" name="Rechteckige Legende 12"/>
          <p:cNvSpPr/>
          <p:nvPr/>
        </p:nvSpPr>
        <p:spPr>
          <a:xfrm>
            <a:off x="5508104" y="1484784"/>
            <a:ext cx="1584176" cy="720080"/>
          </a:xfrm>
          <a:prstGeom prst="wedgeRectCallout">
            <a:avLst>
              <a:gd name="adj1" fmla="val -35769"/>
              <a:gd name="adj2" fmla="val 109630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Parameters / Arguments</a:t>
            </a:r>
          </a:p>
        </p:txBody>
      </p:sp>
      <p:sp>
        <p:nvSpPr>
          <p:cNvPr id="14" name="Flussdiagramm: Alternativer Prozess 13"/>
          <p:cNvSpPr/>
          <p:nvPr/>
        </p:nvSpPr>
        <p:spPr>
          <a:xfrm>
            <a:off x="4283968" y="2636912"/>
            <a:ext cx="2304256" cy="344240"/>
          </a:xfrm>
          <a:prstGeom prst="flowChartAlternateProcess">
            <a:avLst/>
          </a:prstGeom>
          <a:solidFill>
            <a:srgbClr val="79BBD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6" name="Rechteckige Legende 15"/>
          <p:cNvSpPr/>
          <p:nvPr/>
        </p:nvSpPr>
        <p:spPr>
          <a:xfrm>
            <a:off x="7164288" y="2204864"/>
            <a:ext cx="1584176" cy="720080"/>
          </a:xfrm>
          <a:prstGeom prst="wedgeRectCallout">
            <a:avLst>
              <a:gd name="adj1" fmla="val -76233"/>
              <a:gd name="adj2" fmla="val 41555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Head </a:t>
            </a:r>
            <a:r>
              <a:rPr lang="de-AT" dirty="0" err="1"/>
              <a:t>of</a:t>
            </a:r>
            <a:endParaRPr lang="de-AT" dirty="0"/>
          </a:p>
          <a:p>
            <a:pPr algn="ctr"/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7" name="Flussdiagramm: Alternativer Prozess 16"/>
          <p:cNvSpPr/>
          <p:nvPr/>
        </p:nvSpPr>
        <p:spPr>
          <a:xfrm>
            <a:off x="1331639" y="3046367"/>
            <a:ext cx="6455047" cy="1143119"/>
          </a:xfrm>
          <a:prstGeom prst="flowChartAlternateProcess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8" name="Rechteckige Legende 17"/>
          <p:cNvSpPr/>
          <p:nvPr/>
        </p:nvSpPr>
        <p:spPr>
          <a:xfrm>
            <a:off x="7380312" y="4660431"/>
            <a:ext cx="1584176" cy="720080"/>
          </a:xfrm>
          <a:prstGeom prst="wedgeRectCallout">
            <a:avLst>
              <a:gd name="adj1" fmla="val -39339"/>
              <a:gd name="adj2" fmla="val -123396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Body </a:t>
            </a:r>
            <a:r>
              <a:rPr lang="de-AT" dirty="0" err="1"/>
              <a:t>of</a:t>
            </a:r>
            <a:endParaRPr lang="de-AT" dirty="0"/>
          </a:p>
          <a:p>
            <a:pPr algn="ctr"/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9" name="Rechteckige Legende 18"/>
          <p:cNvSpPr/>
          <p:nvPr/>
        </p:nvSpPr>
        <p:spPr>
          <a:xfrm>
            <a:off x="1907704" y="5013176"/>
            <a:ext cx="1584176" cy="566635"/>
          </a:xfrm>
          <a:prstGeom prst="wedgeRectCallout">
            <a:avLst>
              <a:gd name="adj1" fmla="val -75638"/>
              <a:gd name="adj2" fmla="val -365584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Start </a:t>
            </a:r>
            <a:r>
              <a:rPr lang="de-AT" dirty="0" err="1"/>
              <a:t>of</a:t>
            </a:r>
            <a:endParaRPr lang="de-AT" dirty="0"/>
          </a:p>
          <a:p>
            <a:pPr algn="ctr"/>
            <a:r>
              <a:rPr lang="de-AT" dirty="0" err="1"/>
              <a:t>body</a:t>
            </a:r>
            <a:endParaRPr lang="de-AT" dirty="0"/>
          </a:p>
        </p:txBody>
      </p:sp>
      <p:sp>
        <p:nvSpPr>
          <p:cNvPr id="22" name="Rechteckige Legende 21"/>
          <p:cNvSpPr/>
          <p:nvPr/>
        </p:nvSpPr>
        <p:spPr>
          <a:xfrm>
            <a:off x="179512" y="5013176"/>
            <a:ext cx="1584176" cy="566635"/>
          </a:xfrm>
          <a:prstGeom prst="wedgeRectCallout">
            <a:avLst>
              <a:gd name="adj1" fmla="val 29093"/>
              <a:gd name="adj2" fmla="val -239147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End </a:t>
            </a:r>
            <a:r>
              <a:rPr lang="de-AT" dirty="0" err="1"/>
              <a:t>of</a:t>
            </a:r>
            <a:endParaRPr lang="de-AT" dirty="0"/>
          </a:p>
          <a:p>
            <a:pPr algn="ctr"/>
            <a:r>
              <a:rPr lang="de-AT" dirty="0" err="1"/>
              <a:t>body</a:t>
            </a:r>
            <a:endParaRPr lang="de-AT" dirty="0"/>
          </a:p>
        </p:txBody>
      </p:sp>
      <p:sp>
        <p:nvSpPr>
          <p:cNvPr id="26" name="Flussdiagramm: Alternativer Prozess 25"/>
          <p:cNvSpPr/>
          <p:nvPr/>
        </p:nvSpPr>
        <p:spPr>
          <a:xfrm>
            <a:off x="2051720" y="3284984"/>
            <a:ext cx="5688632" cy="432048"/>
          </a:xfrm>
          <a:prstGeom prst="flowChartAlternateProcess">
            <a:avLst/>
          </a:prstGeom>
          <a:solidFill>
            <a:srgbClr val="4F81B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7" name="Rechteckige Legende 26"/>
          <p:cNvSpPr/>
          <p:nvPr/>
        </p:nvSpPr>
        <p:spPr>
          <a:xfrm>
            <a:off x="4572000" y="4812831"/>
            <a:ext cx="1584176" cy="720080"/>
          </a:xfrm>
          <a:prstGeom prst="wedgeRectCallout">
            <a:avLst>
              <a:gd name="adj1" fmla="val -30413"/>
              <a:gd name="adj2" fmla="val -201944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Definition </a:t>
            </a:r>
            <a:r>
              <a:rPr lang="de-AT" dirty="0" err="1"/>
              <a:t>of</a:t>
            </a:r>
            <a:endParaRPr lang="de-AT" dirty="0"/>
          </a:p>
          <a:p>
            <a:pPr algn="ctr"/>
            <a:r>
              <a:rPr lang="de-AT" dirty="0" err="1"/>
              <a:t>method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5699715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1932781"/>
            <a:ext cx="8667750" cy="3800475"/>
          </a:xfrm>
          <a:prstGeom prst="rect">
            <a:avLst/>
          </a:prstGeom>
        </p:spPr>
      </p:pic>
      <p:sp>
        <p:nvSpPr>
          <p:cNvPr id="21" name="Flussdiagramm: Alternativer Prozess 20"/>
          <p:cNvSpPr/>
          <p:nvPr/>
        </p:nvSpPr>
        <p:spPr>
          <a:xfrm>
            <a:off x="824297" y="2469864"/>
            <a:ext cx="5760640" cy="2808312"/>
          </a:xfrm>
          <a:prstGeom prst="flowChartAlternateProcess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5" name="Flussdiagramm: Alternativer Prozess 14"/>
          <p:cNvSpPr/>
          <p:nvPr/>
        </p:nvSpPr>
        <p:spPr>
          <a:xfrm>
            <a:off x="238124" y="1932632"/>
            <a:ext cx="8667751" cy="369272"/>
          </a:xfrm>
          <a:prstGeom prst="flowChartAlternateProcess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Terminology</a:t>
            </a:r>
            <a:r>
              <a:rPr lang="de-AT" dirty="0"/>
              <a:t>: </a:t>
            </a:r>
            <a:r>
              <a:rPr lang="de-AT" dirty="0" err="1"/>
              <a:t>Method</a:t>
            </a:r>
            <a:r>
              <a:rPr lang="de-AT" dirty="0"/>
              <a:t> </a:t>
            </a:r>
            <a:r>
              <a:rPr lang="de-AT" dirty="0" err="1"/>
              <a:t>with</a:t>
            </a:r>
            <a:r>
              <a:rPr lang="de-AT" dirty="0"/>
              <a:t> Return Value</a:t>
            </a:r>
          </a:p>
        </p:txBody>
      </p:sp>
      <p:sp>
        <p:nvSpPr>
          <p:cNvPr id="10" name="Rechteckige Legende 9"/>
          <p:cNvSpPr/>
          <p:nvPr/>
        </p:nvSpPr>
        <p:spPr>
          <a:xfrm>
            <a:off x="395536" y="908720"/>
            <a:ext cx="1440160" cy="720080"/>
          </a:xfrm>
          <a:prstGeom prst="wedgeRectCallout">
            <a:avLst>
              <a:gd name="adj1" fmla="val -20833"/>
              <a:gd name="adj2" fmla="val 88682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1" name="Rechteckige Legende 10"/>
          <p:cNvSpPr/>
          <p:nvPr/>
        </p:nvSpPr>
        <p:spPr>
          <a:xfrm>
            <a:off x="2123728" y="908720"/>
            <a:ext cx="1440160" cy="720080"/>
          </a:xfrm>
          <a:prstGeom prst="wedgeRectCallout">
            <a:avLst>
              <a:gd name="adj1" fmla="val -56180"/>
              <a:gd name="adj2" fmla="val 89992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2" name="Rechteckige Legende 11"/>
          <p:cNvSpPr/>
          <p:nvPr/>
        </p:nvSpPr>
        <p:spPr>
          <a:xfrm>
            <a:off x="3851920" y="908720"/>
            <a:ext cx="1440160" cy="720080"/>
          </a:xfrm>
          <a:prstGeom prst="wedgeRectCallout">
            <a:avLst>
              <a:gd name="adj1" fmla="val -34579"/>
              <a:gd name="adj2" fmla="val 87374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Name</a:t>
            </a:r>
          </a:p>
          <a:p>
            <a:pPr algn="ctr"/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3" name="Rechteckige Legende 12"/>
          <p:cNvSpPr/>
          <p:nvPr/>
        </p:nvSpPr>
        <p:spPr>
          <a:xfrm>
            <a:off x="5478392" y="908720"/>
            <a:ext cx="3240360" cy="720080"/>
          </a:xfrm>
          <a:prstGeom prst="wedgeRectCallout">
            <a:avLst>
              <a:gd name="adj1" fmla="val -5739"/>
              <a:gd name="adj2" fmla="val 88684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List </a:t>
            </a:r>
            <a:r>
              <a:rPr lang="de-AT" dirty="0" err="1"/>
              <a:t>of</a:t>
            </a:r>
            <a:r>
              <a:rPr lang="de-AT" dirty="0"/>
              <a:t> formal </a:t>
            </a:r>
            <a:r>
              <a:rPr lang="de-AT" dirty="0" err="1"/>
              <a:t>arguments</a:t>
            </a:r>
            <a:r>
              <a:rPr lang="de-AT" dirty="0"/>
              <a:t> / </a:t>
            </a:r>
            <a:r>
              <a:rPr lang="de-AT" dirty="0" err="1"/>
              <a:t>parameters</a:t>
            </a:r>
            <a:endParaRPr lang="de-AT" dirty="0"/>
          </a:p>
        </p:txBody>
      </p:sp>
      <p:sp>
        <p:nvSpPr>
          <p:cNvPr id="14" name="Flussdiagramm: Alternativer Prozess 13"/>
          <p:cNvSpPr/>
          <p:nvPr/>
        </p:nvSpPr>
        <p:spPr>
          <a:xfrm>
            <a:off x="5724128" y="1932632"/>
            <a:ext cx="2962672" cy="364422"/>
          </a:xfrm>
          <a:prstGeom prst="flowChartAlternateProcess">
            <a:avLst/>
          </a:prstGeom>
          <a:solidFill>
            <a:srgbClr val="79BBD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6" name="Rechteckige Legende 15"/>
          <p:cNvSpPr/>
          <p:nvPr/>
        </p:nvSpPr>
        <p:spPr>
          <a:xfrm>
            <a:off x="7422608" y="2492896"/>
            <a:ext cx="1584176" cy="720080"/>
          </a:xfrm>
          <a:prstGeom prst="wedgeRectCallout">
            <a:avLst>
              <a:gd name="adj1" fmla="val -152401"/>
              <a:gd name="adj2" fmla="val -74958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Head </a:t>
            </a:r>
            <a:r>
              <a:rPr lang="de-AT" dirty="0" err="1"/>
              <a:t>of</a:t>
            </a:r>
            <a:endParaRPr lang="de-AT" dirty="0"/>
          </a:p>
          <a:p>
            <a:pPr algn="ctr"/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17" name="Flussdiagramm: Alternativer Prozess 16"/>
          <p:cNvSpPr/>
          <p:nvPr/>
        </p:nvSpPr>
        <p:spPr>
          <a:xfrm>
            <a:off x="899592" y="2653204"/>
            <a:ext cx="5335289" cy="742499"/>
          </a:xfrm>
          <a:prstGeom prst="flowChartAlternateProcess">
            <a:avLst/>
          </a:prstGeom>
          <a:solidFill>
            <a:srgbClr val="4F81B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8" name="Rechteckige Legende 17"/>
          <p:cNvSpPr/>
          <p:nvPr/>
        </p:nvSpPr>
        <p:spPr>
          <a:xfrm>
            <a:off x="7350600" y="4084367"/>
            <a:ext cx="1584176" cy="720080"/>
          </a:xfrm>
          <a:prstGeom prst="wedgeRectCallout">
            <a:avLst>
              <a:gd name="adj1" fmla="val -101226"/>
              <a:gd name="adj2" fmla="val -115541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Body </a:t>
            </a:r>
            <a:r>
              <a:rPr lang="de-AT" dirty="0" err="1"/>
              <a:t>of</a:t>
            </a:r>
            <a:endParaRPr lang="de-AT" dirty="0"/>
          </a:p>
          <a:p>
            <a:pPr algn="ctr"/>
            <a:r>
              <a:rPr lang="de-AT" dirty="0" err="1"/>
              <a:t>method</a:t>
            </a:r>
            <a:endParaRPr lang="de-AT" dirty="0"/>
          </a:p>
        </p:txBody>
      </p:sp>
      <p:sp>
        <p:nvSpPr>
          <p:cNvPr id="27" name="Rechteckige Legende 26"/>
          <p:cNvSpPr/>
          <p:nvPr/>
        </p:nvSpPr>
        <p:spPr>
          <a:xfrm>
            <a:off x="4542288" y="4236767"/>
            <a:ext cx="1728192" cy="567680"/>
          </a:xfrm>
          <a:prstGeom prst="wedgeRectCallout">
            <a:avLst>
              <a:gd name="adj1" fmla="val -14595"/>
              <a:gd name="adj2" fmla="val -199810"/>
            </a:avLst>
          </a:prstGeom>
          <a:solidFill>
            <a:schemeClr val="bg1"/>
          </a:solidFill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Local</a:t>
            </a:r>
            <a:r>
              <a:rPr lang="de-AT" dirty="0"/>
              <a:t> variables</a:t>
            </a:r>
          </a:p>
        </p:txBody>
      </p:sp>
      <p:sp>
        <p:nvSpPr>
          <p:cNvPr id="23" name="Rechteckige Legende 22"/>
          <p:cNvSpPr/>
          <p:nvPr/>
        </p:nvSpPr>
        <p:spPr>
          <a:xfrm>
            <a:off x="3822208" y="5901216"/>
            <a:ext cx="1728192" cy="576064"/>
          </a:xfrm>
          <a:prstGeom prst="wedgeRectCallout">
            <a:avLst>
              <a:gd name="adj1" fmla="val -80051"/>
              <a:gd name="adj2" fmla="val -169871"/>
            </a:avLst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Return </a:t>
            </a:r>
            <a:r>
              <a:rPr lang="de-AT" dirty="0" err="1"/>
              <a:t>value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77468737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469</Words>
  <Application>Microsoft Office PowerPoint</Application>
  <PresentationFormat>Bildschirmpräsentation (4:3)</PresentationFormat>
  <Paragraphs>211</Paragraphs>
  <Slides>23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29" baseType="lpstr">
      <vt:lpstr>Arial</vt:lpstr>
      <vt:lpstr>Calibri</vt:lpstr>
      <vt:lpstr>Helvetica</vt:lpstr>
      <vt:lpstr>Symbol</vt:lpstr>
      <vt:lpstr>Wingdings</vt:lpstr>
      <vt:lpstr>2_Larissa</vt:lpstr>
      <vt:lpstr>Flow Chart Terminology</vt:lpstr>
      <vt:lpstr>Terminology: Variable Declaration and Initialization</vt:lpstr>
      <vt:lpstr>Terminology: Simple Selection</vt:lpstr>
      <vt:lpstr>Terminology: Selection</vt:lpstr>
      <vt:lpstr>Terminology: Switch</vt:lpstr>
      <vt:lpstr>Terminology: While-Loop</vt:lpstr>
      <vt:lpstr>Terminology: Do-While-Loop</vt:lpstr>
      <vt:lpstr>Terminology: For-Loop</vt:lpstr>
      <vt:lpstr>Terminology: Array</vt:lpstr>
      <vt:lpstr>Terminology: Method</vt:lpstr>
      <vt:lpstr>Terminology: Method with Return Value</vt:lpstr>
      <vt:lpstr>Terminology: Method with Return Value</vt:lpstr>
      <vt:lpstr>Terminology Exercise Sheets</vt:lpstr>
      <vt:lpstr>Terminology: Variable Declaration and Initialization</vt:lpstr>
      <vt:lpstr>Terminology: Simple Selection</vt:lpstr>
      <vt:lpstr>Terminology: Selection</vt:lpstr>
      <vt:lpstr>Terminology: Switch</vt:lpstr>
      <vt:lpstr>Terminology: While-Loop</vt:lpstr>
      <vt:lpstr>Terminology: Do-While-Loop</vt:lpstr>
      <vt:lpstr>Terminology: For-Loop</vt:lpstr>
      <vt:lpstr>Terminology: Array</vt:lpstr>
      <vt:lpstr>Terminology: Method</vt:lpstr>
      <vt:lpstr>Terminology: Method with Return Value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Bucek</dc:creator>
  <cp:lastModifiedBy>Birgit Schröder</cp:lastModifiedBy>
  <cp:revision>185</cp:revision>
  <dcterms:created xsi:type="dcterms:W3CDTF">2013-05-11T11:25:57Z</dcterms:created>
  <dcterms:modified xsi:type="dcterms:W3CDTF">2021-01-24T14:03:10Z</dcterms:modified>
</cp:coreProperties>
</file>