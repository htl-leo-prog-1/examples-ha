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9"/>
  </p:notesMasterIdLst>
  <p:handoutMasterIdLst>
    <p:handoutMasterId r:id="rId10"/>
  </p:handoutMasterIdLst>
  <p:sldIdLst>
    <p:sldId id="288" r:id="rId6"/>
    <p:sldId id="289" r:id="rId7"/>
    <p:sldId id="290" r:id="rId8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00000"/>
    <a:srgbClr val="0000FF"/>
    <a:srgbClr val="A80000"/>
    <a:srgbClr val="FFAA01"/>
    <a:srgbClr val="F99707"/>
    <a:srgbClr val="FCB504"/>
    <a:srgbClr val="B52217"/>
    <a:srgbClr val="960000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110" d="100"/>
          <a:sy n="110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D1EDB66-43B6-4375-A292-6807110E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Programmheader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0C3998BB-BEF2-4B67-9B5C-5EDC7B0BF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Ist ein Kommentar </a:t>
            </a:r>
            <a:r>
              <a:rPr lang="de-AT" b="1" dirty="0"/>
              <a:t>zu Beginn </a:t>
            </a:r>
            <a:r>
              <a:rPr lang="de-AT" dirty="0"/>
              <a:t>der </a:t>
            </a:r>
            <a:r>
              <a:rPr lang="de-AT" dirty="0" err="1"/>
              <a:t>cs</a:t>
            </a:r>
            <a:r>
              <a:rPr lang="de-AT" dirty="0"/>
              <a:t>-Datei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xmlns="" id="{E224CEF0-EB52-4428-925D-35277665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256" y="2636912"/>
            <a:ext cx="6875487" cy="324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1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4B295682-9581-4383-A4AA-85A8EFAD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Variablendeklaration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D804C9F9-C9D3-4C88-B786-1290BAC98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de-AT" sz="2400" dirty="0"/>
              <a:t>Variablen erst dort deklarieren wo sie gebraucht werden</a:t>
            </a:r>
          </a:p>
          <a:p>
            <a:r>
              <a:rPr lang="de-AT" sz="2400" dirty="0"/>
              <a:t>Variablen so benennen, dass man sie nicht kommentieren muss</a:t>
            </a:r>
          </a:p>
          <a:p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xmlns="" id="{21CC040A-D39A-4E2B-85BC-8C29F702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1" y="2420888"/>
            <a:ext cx="4529408" cy="30689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xmlns="" id="{3939C427-E10D-4D83-A820-F7AB7468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713025"/>
            <a:ext cx="4699105" cy="2196653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xmlns="" id="{9E8AECF9-5FBB-4AF3-806F-78EFAE726759}"/>
              </a:ext>
            </a:extLst>
          </p:cNvPr>
          <p:cNvCxnSpPr/>
          <p:nvPr/>
        </p:nvCxnSpPr>
        <p:spPr>
          <a:xfrm flipV="1">
            <a:off x="81521" y="2420888"/>
            <a:ext cx="3050319" cy="32403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xmlns="" id="{8B1E2136-BA6D-4E8D-811A-48D0CD7ECD5A}"/>
              </a:ext>
            </a:extLst>
          </p:cNvPr>
          <p:cNvCxnSpPr>
            <a:cxnSpLocks/>
          </p:cNvCxnSpPr>
          <p:nvPr/>
        </p:nvCxnSpPr>
        <p:spPr>
          <a:xfrm>
            <a:off x="251520" y="2780582"/>
            <a:ext cx="3096344" cy="25926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xmlns="" id="{32956884-C59F-464C-9ABF-898D429CA95E}"/>
              </a:ext>
            </a:extLst>
          </p:cNvPr>
          <p:cNvSpPr/>
          <p:nvPr/>
        </p:nvSpPr>
        <p:spPr>
          <a:xfrm>
            <a:off x="3347864" y="2297072"/>
            <a:ext cx="1368152" cy="915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Besser:</a:t>
            </a:r>
          </a:p>
        </p:txBody>
      </p:sp>
      <p:sp>
        <p:nvSpPr>
          <p:cNvPr id="13" name="Sprechblase: rechteckig mit abgerundeten Ecken 12">
            <a:extLst>
              <a:ext uri="{FF2B5EF4-FFF2-40B4-BE49-F238E27FC236}">
                <a16:creationId xmlns:a16="http://schemas.microsoft.com/office/drawing/2014/main" xmlns="" id="{367CAF0A-28C5-43A7-B06F-D0038116CF76}"/>
              </a:ext>
            </a:extLst>
          </p:cNvPr>
          <p:cNvSpPr/>
          <p:nvPr/>
        </p:nvSpPr>
        <p:spPr>
          <a:xfrm>
            <a:off x="899592" y="5487752"/>
            <a:ext cx="5544616" cy="1253616"/>
          </a:xfrm>
          <a:prstGeom prst="wedgeRoundRectCallout">
            <a:avLst>
              <a:gd name="adj1" fmla="val -42695"/>
              <a:gd name="adj2" fmla="val -696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Man muss zwischen Deklaration und Verwendung immer hin- und herwechseln (scrollen). </a:t>
            </a:r>
            <a:br>
              <a:rPr lang="de-AT" dirty="0"/>
            </a:br>
            <a:r>
              <a:rPr lang="de-AT" dirty="0"/>
              <a:t>Zweck der Variablen geht am besten aus dem Namen und ev. initialen Zuweisung hervor</a:t>
            </a:r>
          </a:p>
        </p:txBody>
      </p:sp>
    </p:spTree>
    <p:extLst>
      <p:ext uri="{BB962C8B-B14F-4D97-AF65-F5344CB8AC3E}">
        <p14:creationId xmlns:p14="http://schemas.microsoft.com/office/powerpoint/2010/main" val="108835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2C274F2-9C79-49B8-96D5-A83AFC25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Sinnvolle Variablennamen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xmlns="" id="{BC827661-DF13-4946-A8DE-A18F5C71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76872"/>
            <a:ext cx="6934200" cy="2562225"/>
          </a:xfrm>
          <a:prstGeom prst="rect">
            <a:avLst/>
          </a:prstGeom>
        </p:spPr>
      </p:pic>
      <p:sp>
        <p:nvSpPr>
          <p:cNvPr id="7" name="Sprechblase: rechteckig mit abgerundeten Ecken 6">
            <a:extLst>
              <a:ext uri="{FF2B5EF4-FFF2-40B4-BE49-F238E27FC236}">
                <a16:creationId xmlns:a16="http://schemas.microsoft.com/office/drawing/2014/main" xmlns="" id="{345CDEDA-7863-4262-8381-ADF35DC24D37}"/>
              </a:ext>
            </a:extLst>
          </p:cNvPr>
          <p:cNvSpPr/>
          <p:nvPr/>
        </p:nvSpPr>
        <p:spPr>
          <a:xfrm>
            <a:off x="4860032" y="1052736"/>
            <a:ext cx="1512168" cy="1156184"/>
          </a:xfrm>
          <a:prstGeom prst="wedgeRoundRectCallout">
            <a:avLst>
              <a:gd name="adj1" fmla="val -102993"/>
              <a:gd name="adj2" fmla="val 667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Was ist mit „value1“ gemeint?</a:t>
            </a:r>
          </a:p>
        </p:txBody>
      </p:sp>
      <p:sp>
        <p:nvSpPr>
          <p:cNvPr id="9" name="Sprechblase: rechteckig mit abgerundeten Ecken 8">
            <a:extLst>
              <a:ext uri="{FF2B5EF4-FFF2-40B4-BE49-F238E27FC236}">
                <a16:creationId xmlns:a16="http://schemas.microsoft.com/office/drawing/2014/main" xmlns="" id="{EDF69F8D-5B15-413A-9E85-AC30F9F8C3CA}"/>
              </a:ext>
            </a:extLst>
          </p:cNvPr>
          <p:cNvSpPr/>
          <p:nvPr/>
        </p:nvSpPr>
        <p:spPr>
          <a:xfrm>
            <a:off x="971600" y="1052737"/>
            <a:ext cx="1944216" cy="936102"/>
          </a:xfrm>
          <a:prstGeom prst="wedgeRoundRectCallout">
            <a:avLst>
              <a:gd name="adj1" fmla="val -10098"/>
              <a:gd name="adj2" fmla="val 962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Das ist gar keine Summe sondern c</a:t>
            </a:r>
          </a:p>
        </p:txBody>
      </p:sp>
      <p:sp>
        <p:nvSpPr>
          <p:cNvPr id="11" name="Sprechblase: rechteckig mit abgerundeten Ecken 10">
            <a:extLst>
              <a:ext uri="{FF2B5EF4-FFF2-40B4-BE49-F238E27FC236}">
                <a16:creationId xmlns:a16="http://schemas.microsoft.com/office/drawing/2014/main" xmlns="" id="{5B2696B7-9546-4D43-90AD-DF550D8C764D}"/>
              </a:ext>
            </a:extLst>
          </p:cNvPr>
          <p:cNvSpPr/>
          <p:nvPr/>
        </p:nvSpPr>
        <p:spPr>
          <a:xfrm>
            <a:off x="6228184" y="5085185"/>
            <a:ext cx="1944216" cy="936103"/>
          </a:xfrm>
          <a:prstGeom prst="wedgeRoundRectCallout">
            <a:avLst>
              <a:gd name="adj1" fmla="val -195669"/>
              <a:gd name="adj2" fmla="val -9059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Das ist auch keine Summe sondern p</a:t>
            </a:r>
          </a:p>
        </p:txBody>
      </p:sp>
    </p:spTree>
    <p:extLst>
      <p:ext uri="{BB962C8B-B14F-4D97-AF65-F5344CB8AC3E}">
        <p14:creationId xmlns:p14="http://schemas.microsoft.com/office/powerpoint/2010/main" val="3494159203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</Words>
  <Application>Microsoft Office PowerPoint</Application>
  <PresentationFormat>Bildschirmpräsentation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3</vt:i4>
      </vt:variant>
    </vt:vector>
  </HeadingPairs>
  <TitlesOfParts>
    <vt:vector size="12" baseType="lpstr">
      <vt:lpstr>Arial</vt:lpstr>
      <vt:lpstr>Calibri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Programmheader</vt:lpstr>
      <vt:lpstr>Variablendeklaration</vt:lpstr>
      <vt:lpstr>Sinnvolle Variablennamen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739</cp:revision>
  <cp:lastPrinted>2014-09-10T13:20:02Z</cp:lastPrinted>
  <dcterms:created xsi:type="dcterms:W3CDTF">2011-08-18T07:37:01Z</dcterms:created>
  <dcterms:modified xsi:type="dcterms:W3CDTF">2021-09-13T12:46:13Z</dcterms:modified>
</cp:coreProperties>
</file>