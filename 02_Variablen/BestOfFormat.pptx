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7"/>
  </p:notesMasterIdLst>
  <p:handoutMasterIdLst>
    <p:handoutMasterId r:id="rId8"/>
  </p:handoutMasterIdLst>
  <p:sldIdLst>
    <p:sldId id="291" r:id="rId6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00000"/>
    <a:srgbClr val="0000FF"/>
    <a:srgbClr val="A80000"/>
    <a:srgbClr val="FFAA01"/>
    <a:srgbClr val="F99707"/>
    <a:srgbClr val="FCB504"/>
    <a:srgbClr val="B52217"/>
    <a:srgbClr val="960000"/>
    <a:srgbClr val="A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50" autoAdjust="0"/>
  </p:normalViewPr>
  <p:slideViewPr>
    <p:cSldViewPr>
      <p:cViewPr varScale="1">
        <p:scale>
          <a:sx n="110" d="100"/>
          <a:sy n="110" d="100"/>
        </p:scale>
        <p:origin x="168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13.09.2021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13.09.2021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13.09.2021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13.09.2021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55845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70247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C#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xmlns="" id="{0AB69747-89A4-439A-AE5C-7AA6675DC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Formatierte Ausgabe</a:t>
            </a:r>
          </a:p>
        </p:txBody>
      </p:sp>
      <p:pic>
        <p:nvPicPr>
          <p:cNvPr id="17" name="Inhaltsplatzhalter 16">
            <a:extLst>
              <a:ext uri="{FF2B5EF4-FFF2-40B4-BE49-F238E27FC236}">
                <a16:creationId xmlns:a16="http://schemas.microsoft.com/office/drawing/2014/main" xmlns="" id="{574DD833-F1CE-4C23-ACB7-4500E72F0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1956" y="4787230"/>
            <a:ext cx="3924300" cy="116205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xmlns="" id="{EF565130-A6B3-4D2D-8D74-5F6BE7F60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996952"/>
            <a:ext cx="7020272" cy="1514719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xmlns="" id="{DD99F12F-A876-4288-8E49-F3318FCB3349}"/>
              </a:ext>
            </a:extLst>
          </p:cNvPr>
          <p:cNvSpPr/>
          <p:nvPr/>
        </p:nvSpPr>
        <p:spPr>
          <a:xfrm>
            <a:off x="5796136" y="2996952"/>
            <a:ext cx="1907704" cy="1584176"/>
          </a:xfrm>
          <a:prstGeom prst="roundRect">
            <a:avLst/>
          </a:prstGeom>
          <a:solidFill>
            <a:srgbClr val="4F81BD">
              <a:alpha val="902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xmlns="" id="{F21B654A-74C0-48E8-BE0D-F76E0DF7C1A2}"/>
              </a:ext>
            </a:extLst>
          </p:cNvPr>
          <p:cNvSpPr/>
          <p:nvPr/>
        </p:nvSpPr>
        <p:spPr>
          <a:xfrm>
            <a:off x="6156176" y="3066409"/>
            <a:ext cx="360040" cy="362591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xmlns="" id="{A16A624A-83AE-4E5F-A210-45ADE555B904}"/>
              </a:ext>
            </a:extLst>
          </p:cNvPr>
          <p:cNvSpPr/>
          <p:nvPr/>
        </p:nvSpPr>
        <p:spPr>
          <a:xfrm>
            <a:off x="6516216" y="3068960"/>
            <a:ext cx="360040" cy="362591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0" name="Sprechblase: rechteckig mit abgerundeten Ecken 9">
            <a:extLst>
              <a:ext uri="{FF2B5EF4-FFF2-40B4-BE49-F238E27FC236}">
                <a16:creationId xmlns:a16="http://schemas.microsoft.com/office/drawing/2014/main" xmlns="" id="{49261444-B735-412E-8317-7F3D2A53F711}"/>
              </a:ext>
            </a:extLst>
          </p:cNvPr>
          <p:cNvSpPr/>
          <p:nvPr/>
        </p:nvSpPr>
        <p:spPr>
          <a:xfrm>
            <a:off x="971600" y="1052737"/>
            <a:ext cx="2952328" cy="936102"/>
          </a:xfrm>
          <a:prstGeom prst="wedgeRoundRectCallout">
            <a:avLst>
              <a:gd name="adj1" fmla="val 113279"/>
              <a:gd name="adj2" fmla="val 1748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Alle Platzhalter beginnen in der gleichen Spalte</a:t>
            </a:r>
          </a:p>
        </p:txBody>
      </p:sp>
      <p:sp>
        <p:nvSpPr>
          <p:cNvPr id="14" name="Sprechblase: rechteckig mit abgerundeten Ecken 13">
            <a:extLst>
              <a:ext uri="{FF2B5EF4-FFF2-40B4-BE49-F238E27FC236}">
                <a16:creationId xmlns:a16="http://schemas.microsoft.com/office/drawing/2014/main" xmlns="" id="{6F47A46C-72AE-4969-A2E1-C7F1EEC36295}"/>
              </a:ext>
            </a:extLst>
          </p:cNvPr>
          <p:cNvSpPr/>
          <p:nvPr/>
        </p:nvSpPr>
        <p:spPr>
          <a:xfrm>
            <a:off x="4499992" y="1113183"/>
            <a:ext cx="2088232" cy="875656"/>
          </a:xfrm>
          <a:prstGeom prst="wedgeRoundRectCallout">
            <a:avLst>
              <a:gd name="adj1" fmla="val 34167"/>
              <a:gd name="adj2" fmla="val 17564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Rechtsbündig 10 Zeichen breit</a:t>
            </a:r>
          </a:p>
        </p:txBody>
      </p:sp>
      <p:sp>
        <p:nvSpPr>
          <p:cNvPr id="16" name="Sprechblase: rechteckig mit abgerundeten Ecken 15">
            <a:extLst>
              <a:ext uri="{FF2B5EF4-FFF2-40B4-BE49-F238E27FC236}">
                <a16:creationId xmlns:a16="http://schemas.microsoft.com/office/drawing/2014/main" xmlns="" id="{5D6700DA-69C5-4339-9EB0-78689BE81B69}"/>
              </a:ext>
            </a:extLst>
          </p:cNvPr>
          <p:cNvSpPr/>
          <p:nvPr/>
        </p:nvSpPr>
        <p:spPr>
          <a:xfrm>
            <a:off x="6804248" y="1988842"/>
            <a:ext cx="2304256" cy="936102"/>
          </a:xfrm>
          <a:prstGeom prst="wedgeRoundRectCallout">
            <a:avLst>
              <a:gd name="adj1" fmla="val -46196"/>
              <a:gd name="adj2" fmla="val 7078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Fix 3 Nachkommstellen</a:t>
            </a:r>
          </a:p>
        </p:txBody>
      </p:sp>
    </p:spTree>
    <p:extLst>
      <p:ext uri="{BB962C8B-B14F-4D97-AF65-F5344CB8AC3E}">
        <p14:creationId xmlns:p14="http://schemas.microsoft.com/office/powerpoint/2010/main" val="2441693273"/>
      </p:ext>
    </p:extLst>
  </p:cSld>
  <p:clrMapOvr>
    <a:masterClrMapping/>
  </p:clrMapOvr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</Words>
  <Application>Microsoft Office PowerPoint</Application>
  <PresentationFormat>Bildschirmpräsentation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1</vt:i4>
      </vt:variant>
    </vt:vector>
  </HeadingPairs>
  <TitlesOfParts>
    <vt:vector size="10" baseType="lpstr">
      <vt:lpstr>Arial</vt:lpstr>
      <vt:lpstr>Calibri</vt:lpstr>
      <vt:lpstr>Symbol</vt:lpstr>
      <vt:lpstr>Wingdings</vt:lpstr>
      <vt:lpstr>1_Larissa</vt:lpstr>
      <vt:lpstr>2_Larissa</vt:lpstr>
      <vt:lpstr>5_Larissa</vt:lpstr>
      <vt:lpstr>6_Larissa</vt:lpstr>
      <vt:lpstr>4_Larissa</vt:lpstr>
      <vt:lpstr>Formatierte Ausgabe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Aitenbichler Herbert</cp:lastModifiedBy>
  <cp:revision>739</cp:revision>
  <cp:lastPrinted>2014-09-10T13:20:02Z</cp:lastPrinted>
  <dcterms:created xsi:type="dcterms:W3CDTF">2011-08-18T07:37:01Z</dcterms:created>
  <dcterms:modified xsi:type="dcterms:W3CDTF">2021-09-13T12:45:58Z</dcterms:modified>
</cp:coreProperties>
</file>