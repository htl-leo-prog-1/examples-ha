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686" r:id="rId2"/>
    <p:sldMasterId id="2147483693" r:id="rId3"/>
    <p:sldMasterId id="2147483698" r:id="rId4"/>
    <p:sldMasterId id="2147483675" r:id="rId5"/>
  </p:sldMasterIdLst>
  <p:notesMasterIdLst>
    <p:notesMasterId r:id="rId7"/>
  </p:notesMasterIdLst>
  <p:handoutMasterIdLst>
    <p:handoutMasterId r:id="rId8"/>
  </p:handoutMasterIdLst>
  <p:sldIdLst>
    <p:sldId id="284" r:id="rId6"/>
  </p:sldIdLst>
  <p:sldSz cx="9144000" cy="6858000" type="screen4x3"/>
  <p:notesSz cx="6858000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50" autoAdjust="0"/>
  </p:normalViewPr>
  <p:slideViewPr>
    <p:cSldViewPr>
      <p:cViewPr varScale="1">
        <p:scale>
          <a:sx n="110" d="100"/>
          <a:sy n="110" d="100"/>
        </p:scale>
        <p:origin x="168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17.09.2021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17.09.2021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480" y="4714876"/>
            <a:ext cx="5487041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0975" y="-674688"/>
            <a:ext cx="9421813" cy="706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hteck 2"/>
          <p:cNvSpPr/>
          <p:nvPr userDrawn="1"/>
        </p:nvSpPr>
        <p:spPr>
          <a:xfrm>
            <a:off x="-180975" y="4437063"/>
            <a:ext cx="9648825" cy="2520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4" name="Rechteck 3"/>
          <p:cNvSpPr/>
          <p:nvPr userDrawn="1"/>
        </p:nvSpPr>
        <p:spPr>
          <a:xfrm>
            <a:off x="4859338" y="0"/>
            <a:ext cx="3816350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9363" y="260350"/>
            <a:ext cx="34004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7"/>
          <p:cNvSpPr txBox="1">
            <a:spLocks noChangeArrowheads="1"/>
          </p:cNvSpPr>
          <p:nvPr userDrawn="1"/>
        </p:nvSpPr>
        <p:spPr>
          <a:xfrm>
            <a:off x="469900" y="1700213"/>
            <a:ext cx="7485063" cy="10810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Hier fügen Sie den </a:t>
            </a:r>
            <a:b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Titel der Präsentation ein.</a:t>
            </a:r>
            <a:endParaRPr lang="de-DE" sz="38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7" name="Rectangle 28"/>
          <p:cNvSpPr txBox="1">
            <a:spLocks noChangeArrowheads="1"/>
          </p:cNvSpPr>
          <p:nvPr userDrawn="1"/>
        </p:nvSpPr>
        <p:spPr>
          <a:xfrm>
            <a:off x="469900" y="3062288"/>
            <a:ext cx="7510463" cy="584200"/>
          </a:xfrm>
          <a:prstGeom prst="rect">
            <a:avLst/>
          </a:prstGeom>
        </p:spPr>
        <p:txBody>
          <a:bodyPr/>
          <a:lstStyle>
            <a:lvl1pPr marL="26987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5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de-DE" sz="2400" noProof="1"/>
              <a:t>Fügen Sie hier den Untertitel ein.</a:t>
            </a:r>
            <a:endParaRPr lang="de-DE" sz="2400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4837113"/>
            <a:ext cx="6553200" cy="154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17.09.2021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17.09.2021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4500" spc="-90">
                <a:solidFill>
                  <a:srgbClr val="314864"/>
                </a:solidFill>
              </a:rPr>
              <a:t>Title Text</a:t>
            </a:r>
          </a:p>
        </p:txBody>
      </p:sp>
      <p:sp>
        <p:nvSpPr>
          <p:cNvPr id="15" name="Shape 15"/>
          <p:cNvSpPr>
            <a:spLocks noGrp="1"/>
          </p:cNvSpPr>
          <p:nvPr>
            <p:ph type="body" idx="1"/>
          </p:nvPr>
        </p:nvSpPr>
        <p:spPr>
          <a:xfrm>
            <a:off x="250031" y="2098477"/>
            <a:ext cx="8643938" cy="4446984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109"/>
              <a:t>Body Level One</a:t>
            </a:r>
          </a:p>
          <a:p>
            <a:pPr lvl="1">
              <a:defRPr sz="1800"/>
            </a:pPr>
            <a:r>
              <a:rPr sz="2109"/>
              <a:t>Body Level Two</a:t>
            </a:r>
          </a:p>
          <a:p>
            <a:pPr lvl="2">
              <a:defRPr sz="1800"/>
            </a:pPr>
            <a:r>
              <a:rPr sz="2109"/>
              <a:t>Body Level Three</a:t>
            </a:r>
          </a:p>
          <a:p>
            <a:pPr lvl="3">
              <a:defRPr sz="1800"/>
            </a:pPr>
            <a:r>
              <a:rPr sz="2109"/>
              <a:t>Body Level Four</a:t>
            </a:r>
          </a:p>
          <a:p>
            <a:pPr lvl="4">
              <a:defRPr sz="1800"/>
            </a:pPr>
            <a:r>
              <a:rPr sz="2109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45901747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9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0000">
                <a:schemeClr val="bg1">
                  <a:lumMod val="65000"/>
                </a:schemeClr>
              </a:gs>
              <a:gs pos="0">
                <a:schemeClr val="tx1">
                  <a:lumMod val="61000"/>
                  <a:lumOff val="39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90117" name="Grafik 6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558454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2015/16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D1B3A30B-827A-41C3-9327-D27E88FC99E1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41" r:id="rId8"/>
    <p:sldLayoutId id="2147483742" r:id="rId9"/>
    <p:sldLayoutId id="2147483740" r:id="rId1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702470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C#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44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C00000"/>
              </a:gs>
              <a:gs pos="0">
                <a:srgbClr val="A40000">
                  <a:lumMod val="100000"/>
                </a:srgbClr>
              </a:gs>
              <a:gs pos="50000">
                <a:srgbClr val="D60000"/>
              </a:gs>
              <a:gs pos="100000">
                <a:srgbClr val="A80000">
                  <a:lumMod val="9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7414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6DD54E4-5D87-4DDA-86A7-5D3265BB197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43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4582" name="Grafik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E0A7362-2F94-4D89-A5F0-263D764F0B24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30726" name="Grafik 6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268413"/>
            <a:ext cx="8229600" cy="478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046146C9-533C-4473-A975-7739642B77B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e.wikipedia.org/wiki/Clean_Code" TargetMode="Externa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/>
          </p:cNvSpPr>
          <p:nvPr>
            <p:ph type="body" idx="1"/>
          </p:nvPr>
        </p:nvSpPr>
        <p:spPr>
          <a:xfrm>
            <a:off x="250031" y="1376773"/>
            <a:ext cx="8643938" cy="219624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//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Dieser Teil wird vom Compiler ignoriert</a:t>
            </a:r>
            <a:endParaRPr sz="2000" dirty="0">
              <a:latin typeface="Monaco"/>
              <a:ea typeface="Monaco"/>
              <a:cs typeface="Monaco"/>
              <a:sym typeface="Monaco"/>
            </a:endParaRPr>
          </a:p>
          <a:p>
            <a:pPr marL="0" indent="0">
              <a:buSzTx/>
              <a:buNone/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/*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Da können wir irgendetwas schreiben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*/</a:t>
            </a:r>
          </a:p>
          <a:p>
            <a:pPr marL="0" indent="0">
              <a:buSzTx/>
              <a:buNone/>
              <a:defRPr sz="1800"/>
            </a:pPr>
            <a:r>
              <a:rPr sz="2000" dirty="0" err="1">
                <a:latin typeface="Monaco"/>
                <a:ea typeface="Monaco"/>
                <a:cs typeface="Monaco"/>
                <a:sym typeface="Monaco"/>
              </a:rPr>
              <a:t>int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 x = 0;       //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aber es sollte schon ein sinnvoller Kommentar sein</a:t>
            </a:r>
            <a:endParaRPr sz="2000" dirty="0">
              <a:latin typeface="Monaco"/>
              <a:ea typeface="Monaco"/>
              <a:cs typeface="Monaco"/>
              <a:sym typeface="Monaco"/>
            </a:endParaRPr>
          </a:p>
          <a:p>
            <a:pPr marL="0" indent="0">
              <a:buSzTx/>
              <a:buNone/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/*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vor 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*/ x = 5; /*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und nach einer 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“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richtigen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”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Anweisung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*/</a:t>
            </a:r>
          </a:p>
          <a:p>
            <a:pPr marL="0" indent="0">
              <a:buSzTx/>
              <a:buNone/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/*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wieder vor 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*/ x = 10; //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und jetzt wäre 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x = 11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völlig fehl am Platz …</a:t>
            </a:r>
            <a:endParaRPr sz="2000" dirty="0">
              <a:latin typeface="Monaco"/>
              <a:ea typeface="Monaco"/>
              <a:cs typeface="Monaco"/>
              <a:sym typeface="Monaco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Kommentare</a:t>
            </a:r>
          </a:p>
        </p:txBody>
      </p:sp>
      <p:sp>
        <p:nvSpPr>
          <p:cNvPr id="4" name="Inhaltsplatzhalter 2"/>
          <p:cNvSpPr txBox="1">
            <a:spLocks/>
          </p:cNvSpPr>
          <p:nvPr/>
        </p:nvSpPr>
        <p:spPr>
          <a:xfrm>
            <a:off x="457200" y="4032288"/>
            <a:ext cx="8363272" cy="1628960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84138" algn="ctr">
              <a:buNone/>
            </a:pPr>
            <a:r>
              <a:rPr lang="de-AT" sz="2700" i="1" dirty="0">
                <a:solidFill>
                  <a:srgbClr val="00B050"/>
                </a:solidFill>
                <a:latin typeface="Monaco"/>
                <a:ea typeface="Monaco"/>
                <a:cs typeface="Monaco"/>
              </a:rPr>
              <a:t>Am Besten das Programm so schreiben, dass man es auch ohne Kommentare leicht verstehen kann!</a:t>
            </a:r>
            <a:br>
              <a:rPr lang="de-AT" sz="2700" i="1" dirty="0">
                <a:solidFill>
                  <a:srgbClr val="00B050"/>
                </a:solidFill>
                <a:latin typeface="Monaco"/>
                <a:ea typeface="Monaco"/>
                <a:cs typeface="Monaco"/>
              </a:rPr>
            </a:br>
            <a:endParaRPr lang="de-AT" sz="2700" i="1" dirty="0">
              <a:solidFill>
                <a:srgbClr val="00B050"/>
              </a:solidFill>
              <a:latin typeface="Monaco"/>
              <a:ea typeface="Monaco"/>
              <a:cs typeface="Monaco"/>
            </a:endParaRPr>
          </a:p>
          <a:p>
            <a:pPr marL="541337" lvl="1" indent="0" algn="ctr">
              <a:buNone/>
            </a:pPr>
            <a:r>
              <a:rPr lang="de-AT" sz="1800" i="1" dirty="0">
                <a:solidFill>
                  <a:srgbClr val="0000FF"/>
                </a:solidFill>
                <a:latin typeface="Monaco"/>
                <a:ea typeface="Monaco"/>
                <a:cs typeface="Monaco"/>
                <a:hlinkClick r:id="rId2"/>
              </a:rPr>
              <a:t>https://de.wikipedia.org/wiki/Clean_Code</a:t>
            </a:r>
            <a:endParaRPr lang="de-AT" sz="1800" i="1" dirty="0">
              <a:solidFill>
                <a:srgbClr val="0000FF"/>
              </a:solidFill>
              <a:latin typeface="Monaco"/>
              <a:ea typeface="Monaco"/>
              <a:cs typeface="Monaco"/>
            </a:endParaRPr>
          </a:p>
          <a:p>
            <a:pPr marL="541337" lvl="1" indent="0" algn="ctr">
              <a:buNone/>
            </a:pPr>
            <a:endParaRPr lang="de-AT" sz="1800" i="1" dirty="0">
              <a:solidFill>
                <a:srgbClr val="0000FF"/>
              </a:solidFill>
              <a:latin typeface="Monaco"/>
              <a:ea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84825220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82</Words>
  <Application>Microsoft Office PowerPoint</Application>
  <PresentationFormat>Bildschirmpräsentation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1</vt:i4>
      </vt:variant>
    </vt:vector>
  </HeadingPairs>
  <TitlesOfParts>
    <vt:vector size="11" baseType="lpstr">
      <vt:lpstr>Arial</vt:lpstr>
      <vt:lpstr>Calibri</vt:lpstr>
      <vt:lpstr>Monaco</vt:lpstr>
      <vt:lpstr>Symbol</vt:lpstr>
      <vt:lpstr>Wingdings</vt:lpstr>
      <vt:lpstr>1_Larissa</vt:lpstr>
      <vt:lpstr>2_Larissa</vt:lpstr>
      <vt:lpstr>5_Larissa</vt:lpstr>
      <vt:lpstr>6_Larissa</vt:lpstr>
      <vt:lpstr>4_Larissa</vt:lpstr>
      <vt:lpstr>Kommentare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Aitenbichler Herbert</cp:lastModifiedBy>
  <cp:revision>730</cp:revision>
  <cp:lastPrinted>2014-09-10T13:20:02Z</cp:lastPrinted>
  <dcterms:created xsi:type="dcterms:W3CDTF">2011-08-18T07:37:01Z</dcterms:created>
  <dcterms:modified xsi:type="dcterms:W3CDTF">2021-09-17T08:44:01Z</dcterms:modified>
</cp:coreProperties>
</file>