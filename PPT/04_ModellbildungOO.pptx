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72" r:id="rId1"/>
    <p:sldMasterId id="2147483884" r:id="rId2"/>
  </p:sldMasterIdLst>
  <p:notesMasterIdLst>
    <p:notesMasterId r:id="rId18"/>
  </p:notesMasterIdLst>
  <p:handoutMasterIdLst>
    <p:handoutMasterId r:id="rId19"/>
  </p:handoutMasterIdLst>
  <p:sldIdLst>
    <p:sldId id="270" r:id="rId3"/>
    <p:sldId id="460" r:id="rId4"/>
    <p:sldId id="461" r:id="rId5"/>
    <p:sldId id="490" r:id="rId6"/>
    <p:sldId id="492" r:id="rId7"/>
    <p:sldId id="464" r:id="rId8"/>
    <p:sldId id="491" r:id="rId9"/>
    <p:sldId id="484" r:id="rId10"/>
    <p:sldId id="463" r:id="rId11"/>
    <p:sldId id="483" r:id="rId12"/>
    <p:sldId id="493" r:id="rId13"/>
    <p:sldId id="505" r:id="rId14"/>
    <p:sldId id="465" r:id="rId15"/>
    <p:sldId id="466" r:id="rId16"/>
    <p:sldId id="258" r:id="rId17"/>
  </p:sldIdLst>
  <p:sldSz cx="9144000" cy="6858000" type="screen4x3"/>
  <p:notesSz cx="6858000" cy="9144000"/>
  <p:defaultTextStyle>
    <a:defPPr>
      <a:defRPr lang="de-DE"/>
    </a:defPPr>
    <a:lvl1pPr algn="l" rtl="0" fontAlgn="base">
      <a:spcBef>
        <a:spcPct val="0"/>
      </a:spcBef>
      <a:spcAft>
        <a:spcPct val="0"/>
      </a:spcAft>
      <a:defRPr sz="800" kern="1200">
        <a:solidFill>
          <a:schemeClr val="tx1"/>
        </a:solidFill>
        <a:latin typeface="Arial" charset="0"/>
        <a:ea typeface="+mn-ea"/>
        <a:cs typeface="+mn-cs"/>
      </a:defRPr>
    </a:lvl1pPr>
    <a:lvl2pPr marL="457200" algn="l" rtl="0" fontAlgn="base">
      <a:spcBef>
        <a:spcPct val="0"/>
      </a:spcBef>
      <a:spcAft>
        <a:spcPct val="0"/>
      </a:spcAft>
      <a:defRPr sz="800" kern="1200">
        <a:solidFill>
          <a:schemeClr val="tx1"/>
        </a:solidFill>
        <a:latin typeface="Arial" charset="0"/>
        <a:ea typeface="+mn-ea"/>
        <a:cs typeface="+mn-cs"/>
      </a:defRPr>
    </a:lvl2pPr>
    <a:lvl3pPr marL="914400" algn="l" rtl="0" fontAlgn="base">
      <a:spcBef>
        <a:spcPct val="0"/>
      </a:spcBef>
      <a:spcAft>
        <a:spcPct val="0"/>
      </a:spcAft>
      <a:defRPr sz="800" kern="1200">
        <a:solidFill>
          <a:schemeClr val="tx1"/>
        </a:solidFill>
        <a:latin typeface="Arial" charset="0"/>
        <a:ea typeface="+mn-ea"/>
        <a:cs typeface="+mn-cs"/>
      </a:defRPr>
    </a:lvl3pPr>
    <a:lvl4pPr marL="1371600" algn="l" rtl="0" fontAlgn="base">
      <a:spcBef>
        <a:spcPct val="0"/>
      </a:spcBef>
      <a:spcAft>
        <a:spcPct val="0"/>
      </a:spcAft>
      <a:defRPr sz="800" kern="1200">
        <a:solidFill>
          <a:schemeClr val="tx1"/>
        </a:solidFill>
        <a:latin typeface="Arial" charset="0"/>
        <a:ea typeface="+mn-ea"/>
        <a:cs typeface="+mn-cs"/>
      </a:defRPr>
    </a:lvl4pPr>
    <a:lvl5pPr marL="1828800" algn="l" rtl="0" fontAlgn="base">
      <a:spcBef>
        <a:spcPct val="0"/>
      </a:spcBef>
      <a:spcAft>
        <a:spcPct val="0"/>
      </a:spcAft>
      <a:defRPr sz="800" kern="1200">
        <a:solidFill>
          <a:schemeClr val="tx1"/>
        </a:solidFill>
        <a:latin typeface="Arial" charset="0"/>
        <a:ea typeface="+mn-ea"/>
        <a:cs typeface="+mn-cs"/>
      </a:defRPr>
    </a:lvl5pPr>
    <a:lvl6pPr marL="2286000" algn="l" defTabSz="914400" rtl="0" eaLnBrk="1" latinLnBrk="0" hangingPunct="1">
      <a:defRPr sz="800" kern="1200">
        <a:solidFill>
          <a:schemeClr val="tx1"/>
        </a:solidFill>
        <a:latin typeface="Arial" charset="0"/>
        <a:ea typeface="+mn-ea"/>
        <a:cs typeface="+mn-cs"/>
      </a:defRPr>
    </a:lvl6pPr>
    <a:lvl7pPr marL="2743200" algn="l" defTabSz="914400" rtl="0" eaLnBrk="1" latinLnBrk="0" hangingPunct="1">
      <a:defRPr sz="800" kern="1200">
        <a:solidFill>
          <a:schemeClr val="tx1"/>
        </a:solidFill>
        <a:latin typeface="Arial" charset="0"/>
        <a:ea typeface="+mn-ea"/>
        <a:cs typeface="+mn-cs"/>
      </a:defRPr>
    </a:lvl7pPr>
    <a:lvl8pPr marL="3200400" algn="l" defTabSz="914400" rtl="0" eaLnBrk="1" latinLnBrk="0" hangingPunct="1">
      <a:defRPr sz="800" kern="1200">
        <a:solidFill>
          <a:schemeClr val="tx1"/>
        </a:solidFill>
        <a:latin typeface="Arial" charset="0"/>
        <a:ea typeface="+mn-ea"/>
        <a:cs typeface="+mn-cs"/>
      </a:defRPr>
    </a:lvl8pPr>
    <a:lvl9pPr marL="3657600" algn="l" defTabSz="914400" rtl="0" eaLnBrk="1" latinLnBrk="0" hangingPunct="1">
      <a:defRPr sz="8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75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99"/>
    <a:srgbClr val="000080"/>
    <a:srgbClr val="0160B0"/>
    <a:srgbClr val="E4D3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54" autoAdjust="0"/>
    <p:restoredTop sz="94660"/>
  </p:normalViewPr>
  <p:slideViewPr>
    <p:cSldViewPr snapToGrid="0">
      <p:cViewPr varScale="1">
        <p:scale>
          <a:sx n="74" d="100"/>
          <a:sy n="74" d="100"/>
        </p:scale>
        <p:origin x="1662" y="66"/>
      </p:cViewPr>
      <p:guideLst>
        <p:guide orient="horz" pos="75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AT"/>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CDBC143-268C-4992-B6C5-A4BE98E96A29}" type="datetimeFigureOut">
              <a:rPr lang="de-AT" smtClean="0"/>
              <a:pPr/>
              <a:t>14.10.2019</a:t>
            </a:fld>
            <a:endParaRPr lang="de-AT"/>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AT"/>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8532A22-D064-4EBD-BF89-0BE41C360D3A}" type="slidenum">
              <a:rPr lang="de-AT" smtClean="0"/>
              <a:pPr/>
              <a:t>‹Nr.›</a:t>
            </a:fld>
            <a:endParaRPr lang="de-AT"/>
          </a:p>
        </p:txBody>
      </p:sp>
    </p:spTree>
    <p:extLst>
      <p:ext uri="{BB962C8B-B14F-4D97-AF65-F5344CB8AC3E}">
        <p14:creationId xmlns:p14="http://schemas.microsoft.com/office/powerpoint/2010/main" val="34447363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de-DE" noProof="0" smtClean="0"/>
              <a:t>Textmasterformate durch Klicken bearbeiten</a:t>
            </a:r>
          </a:p>
          <a:p>
            <a:pPr lvl="1"/>
            <a:r>
              <a:rPr lang="de-DE" noProof="0" smtClean="0"/>
              <a:t>Zweite Ebene</a:t>
            </a:r>
          </a:p>
          <a:p>
            <a:pPr lvl="2"/>
            <a:r>
              <a:rPr lang="de-DE" noProof="0" smtClean="0"/>
              <a:t>Dritte Ebene</a:t>
            </a:r>
          </a:p>
          <a:p>
            <a:pPr lvl="3"/>
            <a:r>
              <a:rPr lang="de-DE" noProof="0" smtClean="0"/>
              <a:t>Vierte Ebene</a:t>
            </a:r>
          </a:p>
          <a:p>
            <a:pPr lvl="4"/>
            <a:r>
              <a:rPr lang="de-DE" noProof="0" smtClean="0"/>
              <a:t>Fünfte Ebene</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8C2FDBC-503D-4D64-8965-9F0B83E3DCA8}" type="slidenum">
              <a:rPr lang="de-DE"/>
              <a:pPr>
                <a:defRPr/>
              </a:pPr>
              <a:t>‹Nr.›</a:t>
            </a:fld>
            <a:endParaRPr lang="de-DE"/>
          </a:p>
        </p:txBody>
      </p:sp>
    </p:spTree>
    <p:extLst>
      <p:ext uri="{BB962C8B-B14F-4D97-AF65-F5344CB8AC3E}">
        <p14:creationId xmlns:p14="http://schemas.microsoft.com/office/powerpoint/2010/main" val="343731521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2" name="Grafik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0975" y="-674688"/>
            <a:ext cx="9421813" cy="706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hteck 2"/>
          <p:cNvSpPr/>
          <p:nvPr userDrawn="1"/>
        </p:nvSpPr>
        <p:spPr>
          <a:xfrm>
            <a:off x="-180975" y="4437063"/>
            <a:ext cx="9648825" cy="25209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de-AT"/>
          </a:p>
        </p:txBody>
      </p:sp>
      <p:sp>
        <p:nvSpPr>
          <p:cNvPr id="4" name="Rechteck 3"/>
          <p:cNvSpPr/>
          <p:nvPr userDrawn="1"/>
        </p:nvSpPr>
        <p:spPr>
          <a:xfrm>
            <a:off x="4859338" y="0"/>
            <a:ext cx="3816350" cy="908050"/>
          </a:xfrm>
          <a:prstGeom prst="rect">
            <a:avLst/>
          </a:prstGeom>
          <a:solidFill>
            <a:schemeClr val="bg1"/>
          </a:solidFill>
          <a:ln>
            <a:noFill/>
          </a:ln>
          <a:effectLst>
            <a:outerShdw blurRad="165100" dist="38100" dir="2700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de-AT"/>
          </a:p>
        </p:txBody>
      </p:sp>
      <p:pic>
        <p:nvPicPr>
          <p:cNvPr id="5" name="Grafik 12"/>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059363" y="260350"/>
            <a:ext cx="34004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7"/>
          <p:cNvSpPr txBox="1">
            <a:spLocks noChangeArrowheads="1"/>
          </p:cNvSpPr>
          <p:nvPr userDrawn="1"/>
        </p:nvSpPr>
        <p:spPr>
          <a:xfrm>
            <a:off x="469900" y="1700213"/>
            <a:ext cx="7485063" cy="1081087"/>
          </a:xfrm>
          <a:prstGeom prst="rect">
            <a:avLst/>
          </a:prstGeom>
        </p:spPr>
        <p:txBody>
          <a:bodyPr/>
          <a:lstStyle>
            <a:lvl1pPr algn="l" defTabSz="914400" rtl="0" eaLnBrk="1" latinLnBrk="0" hangingPunct="1">
              <a:spcBef>
                <a:spcPct val="0"/>
              </a:spcBef>
              <a:buNone/>
              <a:defRPr sz="3200" b="1" kern="1200">
                <a:solidFill>
                  <a:schemeClr val="bg1"/>
                </a:solidFill>
                <a:effectLst>
                  <a:outerShdw blurRad="38100" dist="38100" dir="2700000" algn="tl">
                    <a:srgbClr val="000000">
                      <a:alpha val="43137"/>
                    </a:srgbClr>
                  </a:outerShdw>
                </a:effectLst>
                <a:latin typeface="Arial" pitchFamily="34" charset="0"/>
                <a:ea typeface="+mj-ea"/>
                <a:cs typeface="Arial" pitchFamily="34" charset="0"/>
              </a:defRPr>
            </a:lvl1pPr>
          </a:lstStyle>
          <a:p>
            <a:pPr fontAlgn="auto">
              <a:spcAft>
                <a:spcPts val="0"/>
              </a:spcAft>
              <a:defRPr/>
            </a:pPr>
            <a:r>
              <a:rPr lang="de-DE" sz="3800" b="1" kern="1200" dirty="0" smtClean="0">
                <a:solidFill>
                  <a:schemeClr val="tx1">
                    <a:lumMod val="85000"/>
                    <a:lumOff val="15000"/>
                  </a:schemeClr>
                </a:solidFill>
                <a:effectLst/>
                <a:latin typeface="Arial" pitchFamily="34" charset="0"/>
                <a:ea typeface="+mj-ea"/>
                <a:cs typeface="Arial" pitchFamily="34" charset="0"/>
              </a:rPr>
              <a:t>Grundprinzipien bei der Modellbildung</a:t>
            </a:r>
            <a:r>
              <a:rPr lang="de-AT" sz="3800" b="1" kern="1200" noProof="1" smtClean="0">
                <a:solidFill>
                  <a:schemeClr val="tx1">
                    <a:lumMod val="85000"/>
                    <a:lumOff val="15000"/>
                  </a:schemeClr>
                </a:solidFill>
                <a:effectLst/>
                <a:latin typeface="Arial" pitchFamily="34" charset="0"/>
                <a:ea typeface="+mj-ea"/>
                <a:cs typeface="Arial" pitchFamily="34" charset="0"/>
              </a:rPr>
              <a:t>.</a:t>
            </a:r>
            <a:endParaRPr lang="de-DE" sz="3800" b="1" kern="1200" dirty="0">
              <a:solidFill>
                <a:schemeClr val="tx1">
                  <a:lumMod val="85000"/>
                  <a:lumOff val="15000"/>
                </a:schemeClr>
              </a:solidFill>
              <a:effectLst/>
              <a:latin typeface="Arial" pitchFamily="34" charset="0"/>
              <a:ea typeface="+mj-ea"/>
              <a:cs typeface="Arial" pitchFamily="34" charset="0"/>
            </a:endParaRPr>
          </a:p>
        </p:txBody>
      </p:sp>
      <p:sp>
        <p:nvSpPr>
          <p:cNvPr id="7" name="Rectangle 28"/>
          <p:cNvSpPr txBox="1">
            <a:spLocks noChangeArrowheads="1"/>
          </p:cNvSpPr>
          <p:nvPr userDrawn="1"/>
        </p:nvSpPr>
        <p:spPr>
          <a:xfrm>
            <a:off x="469900" y="3062288"/>
            <a:ext cx="7510463" cy="584200"/>
          </a:xfrm>
          <a:prstGeom prst="rect">
            <a:avLst/>
          </a:prstGeom>
        </p:spPr>
        <p:txBody>
          <a:bodyPr/>
          <a:lstStyle>
            <a:lvl1pPr marL="269875" indent="-269875" algn="l" defTabSz="914400" rtl="0" eaLnBrk="1" latinLnBrk="0" hangingPunct="1">
              <a:spcBef>
                <a:spcPct val="20000"/>
              </a:spcBef>
              <a:buSzPct val="65000"/>
              <a:buFont typeface="Wingdings" pitchFamily="2" charset="2"/>
              <a:buChar char="§"/>
              <a:defRPr sz="2800" kern="1200">
                <a:solidFill>
                  <a:schemeClr val="tx1">
                    <a:lumMod val="75000"/>
                    <a:lumOff val="25000"/>
                  </a:schemeClr>
                </a:solidFill>
                <a:latin typeface="Arial" pitchFamily="34" charset="0"/>
                <a:ea typeface="+mn-ea"/>
                <a:cs typeface="Arial" pitchFamily="34" charset="0"/>
              </a:defRPr>
            </a:lvl1pPr>
            <a:lvl2pPr marL="895350" indent="-354013" algn="l" defTabSz="914400" rtl="0" eaLnBrk="1" latinLnBrk="0" hangingPunct="1">
              <a:spcBef>
                <a:spcPct val="20000"/>
              </a:spcBef>
              <a:buFont typeface="Symbol" pitchFamily="18" charset="2"/>
              <a:buChar char="-"/>
              <a:defRPr sz="2500" kern="1200">
                <a:solidFill>
                  <a:schemeClr val="tx1">
                    <a:lumMod val="75000"/>
                    <a:lumOff val="25000"/>
                  </a:schemeClr>
                </a:solidFill>
                <a:latin typeface="Arial" pitchFamily="34" charset="0"/>
                <a:ea typeface="+mn-ea"/>
                <a:cs typeface="Arial" pitchFamily="34" charset="0"/>
              </a:defRPr>
            </a:lvl2pPr>
            <a:lvl3pPr marL="1343025" indent="-269875" algn="l" defTabSz="914400" rtl="0" eaLnBrk="1" latinLnBrk="0" hangingPunct="1">
              <a:spcBef>
                <a:spcPct val="20000"/>
              </a:spcBef>
              <a:buSzPct val="65000"/>
              <a:buFont typeface="Wingdings" pitchFamily="2" charset="2"/>
              <a:buChar char="§"/>
              <a:defRPr sz="2200" kern="1200">
                <a:solidFill>
                  <a:schemeClr val="tx1">
                    <a:lumMod val="75000"/>
                    <a:lumOff val="25000"/>
                  </a:schemeClr>
                </a:solidFill>
                <a:latin typeface="Arial" pitchFamily="34" charset="0"/>
                <a:ea typeface="+mn-ea"/>
                <a:cs typeface="Arial" pitchFamily="34" charset="0"/>
              </a:defRPr>
            </a:lvl3pPr>
            <a:lvl4pPr marL="1790700" indent="-354013" algn="l" defTabSz="914400" rtl="0" eaLnBrk="1" latinLnBrk="0" hangingPunct="1">
              <a:spcBef>
                <a:spcPct val="20000"/>
              </a:spcBef>
              <a:buFont typeface="Arial" pitchFamily="34" charset="0"/>
              <a:buChar char="–"/>
              <a:defRPr sz="2000" kern="1200">
                <a:solidFill>
                  <a:schemeClr val="tx1">
                    <a:lumMod val="75000"/>
                    <a:lumOff val="25000"/>
                  </a:schemeClr>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spcAft>
                <a:spcPts val="0"/>
              </a:spcAft>
              <a:buFont typeface="Wingdings" pitchFamily="2" charset="2"/>
              <a:buNone/>
              <a:defRPr/>
            </a:pPr>
            <a:endParaRPr lang="de-DE" sz="2400" dirty="0"/>
          </a:p>
        </p:txBody>
      </p:sp>
      <p:pic>
        <p:nvPicPr>
          <p:cNvPr id="8" name="Grafik 15"/>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95288" y="4837113"/>
            <a:ext cx="6553200" cy="154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7643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lie mit Fließtext">
    <p:spTree>
      <p:nvGrpSpPr>
        <p:cNvPr id="1" name=""/>
        <p:cNvGrpSpPr/>
        <p:nvPr/>
      </p:nvGrpSpPr>
      <p:grpSpPr>
        <a:xfrm>
          <a:off x="0" y="0"/>
          <a:ext cx="0" cy="0"/>
          <a:chOff x="0" y="0"/>
          <a:chExt cx="0" cy="0"/>
        </a:xfrm>
      </p:grpSpPr>
      <p:sp>
        <p:nvSpPr>
          <p:cNvPr id="2" name="Titel 1"/>
          <p:cNvSpPr>
            <a:spLocks noGrp="1"/>
          </p:cNvSpPr>
          <p:nvPr>
            <p:ph type="title"/>
          </p:nvPr>
        </p:nvSpPr>
        <p:spPr>
          <a:xfrm>
            <a:off x="457200" y="125760"/>
            <a:ext cx="8229600" cy="1143000"/>
          </a:xfrm>
        </p:spPr>
        <p:txBody>
          <a:bodyPr/>
          <a:lstStyle>
            <a:lvl1pPr>
              <a:defRPr baseline="0"/>
            </a:lvl1pPr>
          </a:lstStyle>
          <a:p>
            <a:r>
              <a:rPr lang="en-US" dirty="0"/>
              <a:t>Titelmasterformat durch Klicken bearbeiten</a:t>
            </a:r>
            <a:endParaRPr lang="de-AT" dirty="0"/>
          </a:p>
        </p:txBody>
      </p:sp>
      <p:sp>
        <p:nvSpPr>
          <p:cNvPr id="6" name="Inhaltsplatzhalter 5"/>
          <p:cNvSpPr>
            <a:spLocks noGrp="1"/>
          </p:cNvSpPr>
          <p:nvPr>
            <p:ph sz="quarter" idx="11"/>
          </p:nvPr>
        </p:nvSpPr>
        <p:spPr>
          <a:xfrm>
            <a:off x="467544" y="1268761"/>
            <a:ext cx="8208912" cy="4680520"/>
          </a:xfrm>
          <a:prstGeom prst="rect">
            <a:avLst/>
          </a:prstGeom>
        </p:spPr>
        <p:txBody>
          <a:bodyPr>
            <a:normAutofit/>
          </a:bodyPr>
          <a:lstStyle>
            <a:lvl1pPr marL="0" indent="0">
              <a:buNone/>
              <a:defRPr sz="2200"/>
            </a:lvl1pPr>
            <a:lvl2pPr marL="541337" indent="0">
              <a:buNone/>
              <a:defRPr sz="2400"/>
            </a:lvl2pPr>
            <a:lvl3pPr marL="1073150" indent="0">
              <a:buNone/>
              <a:defRPr sz="2200"/>
            </a:lvl3pPr>
            <a:lvl4pPr marL="1436687" indent="0">
              <a:buNone/>
              <a:defRPr/>
            </a:lvl4pPr>
          </a:lstStyle>
          <a:p>
            <a:pPr lvl="0"/>
            <a:r>
              <a:rPr lang="en-US" dirty="0"/>
              <a:t>Textmasterformate durch Klicken bearbeiten</a:t>
            </a:r>
          </a:p>
        </p:txBody>
      </p:sp>
    </p:spTree>
    <p:extLst>
      <p:ext uri="{BB962C8B-B14F-4D97-AF65-F5344CB8AC3E}">
        <p14:creationId xmlns:p14="http://schemas.microsoft.com/office/powerpoint/2010/main" val="25072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lie mit Aufzählungen">
    <p:spTree>
      <p:nvGrpSpPr>
        <p:cNvPr id="1" name=""/>
        <p:cNvGrpSpPr/>
        <p:nvPr/>
      </p:nvGrpSpPr>
      <p:grpSpPr>
        <a:xfrm>
          <a:off x="0" y="0"/>
          <a:ext cx="0" cy="0"/>
          <a:chOff x="0" y="0"/>
          <a:chExt cx="0" cy="0"/>
        </a:xfrm>
      </p:grpSpPr>
      <p:sp>
        <p:nvSpPr>
          <p:cNvPr id="2" name="Titel 1"/>
          <p:cNvSpPr>
            <a:spLocks noGrp="1"/>
          </p:cNvSpPr>
          <p:nvPr>
            <p:ph type="title"/>
          </p:nvPr>
        </p:nvSpPr>
        <p:spPr>
          <a:xfrm>
            <a:off x="457200" y="125760"/>
            <a:ext cx="8229600" cy="1143000"/>
          </a:xfrm>
        </p:spPr>
        <p:txBody>
          <a:bodyPr/>
          <a:lstStyle>
            <a:lvl1pPr>
              <a:defRPr/>
            </a:lvl1pPr>
          </a:lstStyle>
          <a:p>
            <a:r>
              <a:rPr lang="en-US" dirty="0"/>
              <a:t>Titelmasterformat durch Klicken bearbeiten</a:t>
            </a:r>
            <a:endParaRPr lang="de-AT" dirty="0"/>
          </a:p>
        </p:txBody>
      </p:sp>
      <p:sp>
        <p:nvSpPr>
          <p:cNvPr id="6" name="Inhaltsplatzhalter 5"/>
          <p:cNvSpPr>
            <a:spLocks noGrp="1"/>
          </p:cNvSpPr>
          <p:nvPr>
            <p:ph sz="quarter" idx="11"/>
          </p:nvPr>
        </p:nvSpPr>
        <p:spPr>
          <a:xfrm>
            <a:off x="467544" y="1268761"/>
            <a:ext cx="8208912" cy="4680520"/>
          </a:xfrm>
          <a:prstGeom prst="rect">
            <a:avLst/>
          </a:prstGeom>
        </p:spPr>
        <p:txBody>
          <a:bodyPr/>
          <a:lstStyle>
            <a:lvl1pPr marL="514350" indent="-514350">
              <a:buClr>
                <a:schemeClr val="tx1">
                  <a:lumMod val="50000"/>
                  <a:lumOff val="50000"/>
                </a:schemeClr>
              </a:buClr>
              <a:buSzPct val="100000"/>
              <a:buFont typeface="+mj-lt"/>
              <a:buAutoNum type="arabicPeriod"/>
              <a:defRPr sz="2600" baseline="0"/>
            </a:lvl1pPr>
            <a:lvl2pPr marL="998537" indent="-457200">
              <a:buClr>
                <a:schemeClr val="tx1">
                  <a:lumMod val="65000"/>
                  <a:lumOff val="35000"/>
                </a:schemeClr>
              </a:buClr>
              <a:buFont typeface="+mj-lt"/>
              <a:buAutoNum type="alphaLcPeriod"/>
              <a:defRPr sz="2300"/>
            </a:lvl2pPr>
            <a:lvl3pPr marL="1530350" indent="-457200">
              <a:buSzPct val="100000"/>
              <a:buFont typeface="Wingdings" pitchFamily="2" charset="2"/>
              <a:buChar char="§"/>
              <a:defRPr sz="2000" baseline="0"/>
            </a:lvl3pPr>
            <a:lvl4pPr marL="1893887" indent="-457200">
              <a:buFont typeface="+mj-lt"/>
              <a:buAutoNum type="arabicPeriod"/>
              <a:defRPr/>
            </a:lvl4pPr>
          </a:lstStyle>
          <a:p>
            <a:pPr lvl="0"/>
            <a:r>
              <a:rPr lang="en-US" dirty="0"/>
              <a:t>Textmasterformate durch Klicken bearbeiten</a:t>
            </a:r>
          </a:p>
          <a:p>
            <a:pPr lvl="1"/>
            <a:r>
              <a:rPr lang="en-US" dirty="0"/>
              <a:t>Zweite Ebene</a:t>
            </a:r>
          </a:p>
          <a:p>
            <a:pPr lvl="2"/>
            <a:r>
              <a:rPr lang="en-US" dirty="0"/>
              <a:t>Dritte Ebene</a:t>
            </a:r>
          </a:p>
          <a:p>
            <a:pPr lvl="3"/>
            <a:r>
              <a:rPr lang="en-US" dirty="0"/>
              <a:t>Vierte Ebene</a:t>
            </a:r>
          </a:p>
          <a:p>
            <a:pPr lvl="4"/>
            <a:r>
              <a:rPr lang="en-US" dirty="0"/>
              <a:t>Fünfte Ebene</a:t>
            </a:r>
            <a:endParaRPr lang="de-DE" dirty="0"/>
          </a:p>
        </p:txBody>
      </p:sp>
    </p:spTree>
    <p:extLst>
      <p:ext uri="{BB962C8B-B14F-4D97-AF65-F5344CB8AC3E}">
        <p14:creationId xmlns:p14="http://schemas.microsoft.com/office/powerpoint/2010/main" val="1728897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uflistu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dirty="0"/>
              <a:t>Titelmasterformat durch Klicken bearbeiten</a:t>
            </a:r>
            <a:endParaRPr lang="de-AT" dirty="0"/>
          </a:p>
        </p:txBody>
      </p:sp>
      <p:sp>
        <p:nvSpPr>
          <p:cNvPr id="4" name="Textplatzhalter 3"/>
          <p:cNvSpPr>
            <a:spLocks noGrp="1"/>
          </p:cNvSpPr>
          <p:nvPr>
            <p:ph type="body" sz="quarter" idx="10"/>
          </p:nvPr>
        </p:nvSpPr>
        <p:spPr>
          <a:xfrm>
            <a:off x="468313" y="1268760"/>
            <a:ext cx="8207375" cy="4608165"/>
          </a:xfrm>
          <a:prstGeom prst="rect">
            <a:avLst/>
          </a:prstGeom>
        </p:spPr>
        <p:txBody>
          <a:bodyPr/>
          <a:lstStyle>
            <a:lvl1pPr>
              <a:defRPr sz="2600"/>
            </a:lvl1pPr>
            <a:lvl2pPr>
              <a:defRPr sz="2400"/>
            </a:lvl2pPr>
          </a:lstStyle>
          <a:p>
            <a:pPr lvl="0"/>
            <a:r>
              <a:rPr lang="en-US" dirty="0"/>
              <a:t>Textmasterformate durch Klicken bearbeiten</a:t>
            </a:r>
          </a:p>
          <a:p>
            <a:pPr lvl="1"/>
            <a:r>
              <a:rPr lang="en-US" dirty="0"/>
              <a:t>Zweite Ebene</a:t>
            </a:r>
          </a:p>
          <a:p>
            <a:pPr lvl="2"/>
            <a:r>
              <a:rPr lang="en-US" dirty="0"/>
              <a:t>Dritte Ebene</a:t>
            </a:r>
          </a:p>
          <a:p>
            <a:pPr lvl="3"/>
            <a:r>
              <a:rPr lang="en-US" dirty="0"/>
              <a:t>Vierte Ebene</a:t>
            </a:r>
          </a:p>
        </p:txBody>
      </p:sp>
    </p:spTree>
    <p:extLst>
      <p:ext uri="{BB962C8B-B14F-4D97-AF65-F5344CB8AC3E}">
        <p14:creationId xmlns:p14="http://schemas.microsoft.com/office/powerpoint/2010/main" val="3541053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baseline="0"/>
            </a:lvl1pPr>
          </a:lstStyle>
          <a:p>
            <a:r>
              <a:rPr lang="en-US" dirty="0"/>
              <a:t>Titelmasterformat durch Klicken bearbeiten</a:t>
            </a:r>
            <a:endParaRPr lang="de-AT" dirty="0"/>
          </a:p>
        </p:txBody>
      </p:sp>
    </p:spTree>
    <p:extLst>
      <p:ext uri="{BB962C8B-B14F-4D97-AF65-F5344CB8AC3E}">
        <p14:creationId xmlns:p14="http://schemas.microsoft.com/office/powerpoint/2010/main" val="2849478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57200" y="125760"/>
            <a:ext cx="8229600" cy="1143000"/>
          </a:xfrm>
        </p:spPr>
        <p:txBody>
          <a:bodyPr/>
          <a:lstStyle/>
          <a:p>
            <a:r>
              <a:rPr lang="de-DE" dirty="0"/>
              <a:t>Titelmasterformat durch Klicken bearbeiten</a:t>
            </a:r>
            <a:endParaRPr lang="de-AT" dirty="0"/>
          </a:p>
        </p:txBody>
      </p:sp>
      <p:sp>
        <p:nvSpPr>
          <p:cNvPr id="6" name="Inhaltsplatzhalter 5"/>
          <p:cNvSpPr>
            <a:spLocks noGrp="1"/>
          </p:cNvSpPr>
          <p:nvPr>
            <p:ph sz="quarter" idx="11"/>
          </p:nvPr>
        </p:nvSpPr>
        <p:spPr>
          <a:xfrm>
            <a:off x="467544" y="1268761"/>
            <a:ext cx="8208912" cy="4680520"/>
          </a:xfrm>
          <a:prstGeom prst="rect">
            <a:avLst/>
          </a:prstGeom>
        </p:spPr>
        <p:txBody>
          <a:bodyPr/>
          <a:lstStyle/>
          <a:p>
            <a:pPr lvl="0"/>
            <a:r>
              <a:rPr lang="de-DE" dirty="0"/>
              <a:t>Textmasterformat bearbeiten</a:t>
            </a:r>
          </a:p>
          <a:p>
            <a:pPr lvl="1"/>
            <a:r>
              <a:rPr lang="de-DE" dirty="0"/>
              <a:t>Zweite Ebene</a:t>
            </a:r>
          </a:p>
          <a:p>
            <a:pPr lvl="2"/>
            <a:r>
              <a:rPr lang="de-DE" dirty="0"/>
              <a:t>Dritte Ebene</a:t>
            </a:r>
          </a:p>
          <a:p>
            <a:pPr lvl="3"/>
            <a:r>
              <a:rPr lang="de-DE" dirty="0"/>
              <a:t>Vierte Ebene</a:t>
            </a:r>
          </a:p>
        </p:txBody>
      </p:sp>
    </p:spTree>
    <p:extLst>
      <p:ext uri="{BB962C8B-B14F-4D97-AF65-F5344CB8AC3E}">
        <p14:creationId xmlns:p14="http://schemas.microsoft.com/office/powerpoint/2010/main" val="772128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3694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de-AT"/>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de-AT"/>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eaLnBrk="1" hangingPunct="1">
              <a:defRPr/>
            </a:lvl1pPr>
          </a:lstStyle>
          <a:p>
            <a:pPr>
              <a:defRPr/>
            </a:pPr>
            <a:fld id="{8590B3C7-77DC-422C-A398-53D9F722C5A8}" type="datetimeFigureOut">
              <a:rPr lang="de-AT"/>
              <a:pPr>
                <a:defRPr/>
              </a:pPr>
              <a:t>14.10.2019</a:t>
            </a:fld>
            <a:endParaRPr lang="de-AT"/>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eaLnBrk="1" hangingPunct="1">
              <a:defRPr/>
            </a:lvl1pPr>
          </a:lstStyle>
          <a:p>
            <a:pPr>
              <a:defRPr/>
            </a:pPr>
            <a:endParaRPr lang="de-AT"/>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eaLnBrk="1" hangingPunct="1">
              <a:defRPr/>
            </a:lvl1pPr>
          </a:lstStyle>
          <a:p>
            <a:pPr>
              <a:defRPr/>
            </a:pPr>
            <a:fld id="{B9C02002-69DC-4ED5-A348-D833419B9515}" type="slidenum">
              <a:rPr lang="de-AT"/>
              <a:pPr>
                <a:defRPr/>
              </a:pPr>
              <a:t>‹Nr.›</a:t>
            </a:fld>
            <a:endParaRPr lang="de-AT"/>
          </a:p>
        </p:txBody>
      </p:sp>
    </p:spTree>
    <p:extLst>
      <p:ext uri="{BB962C8B-B14F-4D97-AF65-F5344CB8AC3E}">
        <p14:creationId xmlns:p14="http://schemas.microsoft.com/office/powerpoint/2010/main" val="299518871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AT"/>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eaLnBrk="1" hangingPunct="1">
              <a:defRPr/>
            </a:lvl1pPr>
          </a:lstStyle>
          <a:p>
            <a:pPr>
              <a:defRPr/>
            </a:pPr>
            <a:fld id="{6CC97D03-6F13-49E7-80F3-F5DA92B352C8}" type="datetimeFigureOut">
              <a:rPr lang="de-AT"/>
              <a:pPr>
                <a:defRPr/>
              </a:pPr>
              <a:t>14.10.2019</a:t>
            </a:fld>
            <a:endParaRPr lang="de-AT"/>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eaLnBrk="1" hangingPunct="1">
              <a:defRPr/>
            </a:lvl1pPr>
          </a:lstStyle>
          <a:p>
            <a:pPr>
              <a:defRPr/>
            </a:pPr>
            <a:endParaRPr lang="de-AT"/>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eaLnBrk="1" hangingPunct="1">
              <a:defRPr/>
            </a:lvl1pPr>
          </a:lstStyle>
          <a:p>
            <a:pPr>
              <a:defRPr/>
            </a:pPr>
            <a:fld id="{B5BD658F-45B7-43AA-8C1E-879DCB30605E}" type="slidenum">
              <a:rPr lang="de-AT"/>
              <a:pPr>
                <a:defRPr/>
              </a:pPr>
              <a:t>‹Nr.›</a:t>
            </a:fld>
            <a:endParaRPr lang="de-AT"/>
          </a:p>
        </p:txBody>
      </p:sp>
    </p:spTree>
    <p:extLst>
      <p:ext uri="{BB962C8B-B14F-4D97-AF65-F5344CB8AC3E}">
        <p14:creationId xmlns:p14="http://schemas.microsoft.com/office/powerpoint/2010/main" val="50109884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Auflistu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dirty="0"/>
              <a:t>Titelmasterformat durch Klicken bearbeiten</a:t>
            </a:r>
            <a:endParaRPr lang="de-AT" dirty="0"/>
          </a:p>
        </p:txBody>
      </p:sp>
      <p:sp>
        <p:nvSpPr>
          <p:cNvPr id="4" name="Textplatzhalter 3"/>
          <p:cNvSpPr>
            <a:spLocks noGrp="1"/>
          </p:cNvSpPr>
          <p:nvPr>
            <p:ph type="body" sz="quarter" idx="10"/>
          </p:nvPr>
        </p:nvSpPr>
        <p:spPr>
          <a:xfrm>
            <a:off x="468313" y="1268760"/>
            <a:ext cx="8207375" cy="4608165"/>
          </a:xfrm>
          <a:prstGeom prst="rect">
            <a:avLst/>
          </a:prstGeom>
        </p:spPr>
        <p:txBody>
          <a:bodyPr/>
          <a:lstStyle>
            <a:lvl1pPr>
              <a:defRPr sz="2600"/>
            </a:lvl1pPr>
            <a:lvl2pPr>
              <a:defRPr sz="2400"/>
            </a:lvl2pPr>
          </a:lstStyle>
          <a:p>
            <a:pPr lvl="0"/>
            <a:r>
              <a:rPr lang="en-US" dirty="0"/>
              <a:t>Textmasterformate durch Klicken bearbeiten</a:t>
            </a:r>
          </a:p>
          <a:p>
            <a:pPr lvl="1"/>
            <a:r>
              <a:rPr lang="en-US" dirty="0"/>
              <a:t>Zweite Ebene</a:t>
            </a:r>
          </a:p>
          <a:p>
            <a:pPr lvl="2"/>
            <a:r>
              <a:rPr lang="en-US" dirty="0"/>
              <a:t>Dritte Ebene</a:t>
            </a:r>
          </a:p>
          <a:p>
            <a:pPr lvl="3"/>
            <a:r>
              <a:rPr lang="en-US" dirty="0"/>
              <a:t>Vierte Ebene</a:t>
            </a:r>
          </a:p>
        </p:txBody>
      </p:sp>
    </p:spTree>
    <p:extLst>
      <p:ext uri="{BB962C8B-B14F-4D97-AF65-F5344CB8AC3E}">
        <p14:creationId xmlns:p14="http://schemas.microsoft.com/office/powerpoint/2010/main" val="4268793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cSld name="1_Titelfolie">
    <p:spTree>
      <p:nvGrpSpPr>
        <p:cNvPr id="1" name=""/>
        <p:cNvGrpSpPr/>
        <p:nvPr/>
      </p:nvGrpSpPr>
      <p:grpSpPr>
        <a:xfrm>
          <a:off x="0" y="0"/>
          <a:ext cx="0" cy="0"/>
          <a:chOff x="0" y="0"/>
          <a:chExt cx="0" cy="0"/>
        </a:xfrm>
      </p:grpSpPr>
      <p:sp>
        <p:nvSpPr>
          <p:cNvPr id="5122" name="Rectangle 2"/>
          <p:cNvSpPr>
            <a:spLocks noGrp="1" noChangeArrowheads="1"/>
          </p:cNvSpPr>
          <p:nvPr>
            <p:ph type="subTitle" idx="1"/>
          </p:nvPr>
        </p:nvSpPr>
        <p:spPr>
          <a:xfrm>
            <a:off x="1403350" y="2565400"/>
            <a:ext cx="6400800" cy="1752600"/>
          </a:xfrm>
          <a:prstGeom prst="rect">
            <a:avLst/>
          </a:prstGeom>
        </p:spPr>
        <p:txBody>
          <a:bodyPr/>
          <a:lstStyle>
            <a:lvl1pPr marL="0" indent="0" algn="ctr">
              <a:buFont typeface="Wingdings" pitchFamily="2" charset="2"/>
              <a:buNone/>
              <a:defRPr/>
            </a:lvl1pPr>
          </a:lstStyle>
          <a:p>
            <a:r>
              <a:rPr lang="de-DE"/>
              <a:t>Formatvorlage des Untertitelmasters durch Klicken bearbeiten</a:t>
            </a:r>
          </a:p>
        </p:txBody>
      </p:sp>
      <p:sp>
        <p:nvSpPr>
          <p:cNvPr id="11" name="Rectangle 23"/>
          <p:cNvSpPr>
            <a:spLocks noGrp="1" noChangeArrowheads="1"/>
          </p:cNvSpPr>
          <p:nvPr>
            <p:ph type="dt" sz="half" idx="10"/>
          </p:nvPr>
        </p:nvSpPr>
        <p:spPr>
          <a:xfrm>
            <a:off x="3905250" y="6356350"/>
            <a:ext cx="2160588" cy="287338"/>
          </a:xfrm>
          <a:prstGeom prst="rect">
            <a:avLst/>
          </a:prstGeom>
        </p:spPr>
        <p:txBody>
          <a:bodyPr/>
          <a:lstStyle>
            <a:lvl1pPr>
              <a:defRPr/>
            </a:lvl1pPr>
          </a:lstStyle>
          <a:p>
            <a:pPr>
              <a:defRPr/>
            </a:pPr>
            <a:fld id="{F16F176C-022C-4E58-98A7-3BAE4E3AEBC5}" type="datetime1">
              <a:rPr lang="de-DE"/>
              <a:pPr>
                <a:defRPr/>
              </a:pPr>
              <a:t>14.10.2019</a:t>
            </a:fld>
            <a:endParaRPr lang="de-DE"/>
          </a:p>
        </p:txBody>
      </p:sp>
      <p:sp>
        <p:nvSpPr>
          <p:cNvPr id="12" name="Rectangle 24"/>
          <p:cNvSpPr>
            <a:spLocks noGrp="1" noChangeArrowheads="1"/>
          </p:cNvSpPr>
          <p:nvPr>
            <p:ph type="sldNum" sz="quarter" idx="11"/>
          </p:nvPr>
        </p:nvSpPr>
        <p:spPr>
          <a:xfrm>
            <a:off x="6640513" y="6342063"/>
            <a:ext cx="2195512" cy="341312"/>
          </a:xfrm>
          <a:prstGeom prst="rect">
            <a:avLst/>
          </a:prstGeom>
        </p:spPr>
        <p:txBody>
          <a:bodyPr/>
          <a:lstStyle>
            <a:lvl1pPr>
              <a:defRPr/>
            </a:lvl1pPr>
          </a:lstStyle>
          <a:p>
            <a:pPr>
              <a:defRPr/>
            </a:pPr>
            <a:fld id="{6E173D46-AED0-45AD-AC68-7448DDE0D556}" type="slidenum">
              <a:rPr lang="de-DE"/>
              <a:pPr>
                <a:defRPr/>
              </a:pPr>
              <a:t>‹Nr.›</a:t>
            </a:fld>
            <a:endParaRPr lang="de-DE"/>
          </a:p>
        </p:txBody>
      </p:sp>
    </p:spTree>
    <p:extLst>
      <p:ext uri="{BB962C8B-B14F-4D97-AF65-F5344CB8AC3E}">
        <p14:creationId xmlns:p14="http://schemas.microsoft.com/office/powerpoint/2010/main" val="37823724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lie mit Fließtext">
    <p:spTree>
      <p:nvGrpSpPr>
        <p:cNvPr id="1" name=""/>
        <p:cNvGrpSpPr/>
        <p:nvPr/>
      </p:nvGrpSpPr>
      <p:grpSpPr>
        <a:xfrm>
          <a:off x="0" y="0"/>
          <a:ext cx="0" cy="0"/>
          <a:chOff x="0" y="0"/>
          <a:chExt cx="0" cy="0"/>
        </a:xfrm>
      </p:grpSpPr>
      <p:sp>
        <p:nvSpPr>
          <p:cNvPr id="2" name="Titel 1"/>
          <p:cNvSpPr>
            <a:spLocks noGrp="1"/>
          </p:cNvSpPr>
          <p:nvPr>
            <p:ph type="title"/>
          </p:nvPr>
        </p:nvSpPr>
        <p:spPr>
          <a:xfrm>
            <a:off x="457200" y="125760"/>
            <a:ext cx="8229600" cy="1143000"/>
          </a:xfrm>
        </p:spPr>
        <p:txBody>
          <a:bodyPr/>
          <a:lstStyle>
            <a:lvl1pPr>
              <a:defRPr baseline="0"/>
            </a:lvl1pPr>
          </a:lstStyle>
          <a:p>
            <a:r>
              <a:rPr lang="en-US" dirty="0"/>
              <a:t>Titelmasterformat durch Klicken bearbeiten</a:t>
            </a:r>
            <a:endParaRPr lang="de-AT" dirty="0"/>
          </a:p>
        </p:txBody>
      </p:sp>
      <p:sp>
        <p:nvSpPr>
          <p:cNvPr id="6" name="Inhaltsplatzhalter 5"/>
          <p:cNvSpPr>
            <a:spLocks noGrp="1"/>
          </p:cNvSpPr>
          <p:nvPr>
            <p:ph sz="quarter" idx="11"/>
          </p:nvPr>
        </p:nvSpPr>
        <p:spPr>
          <a:xfrm>
            <a:off x="467544" y="1268761"/>
            <a:ext cx="8208912" cy="4680520"/>
          </a:xfrm>
          <a:prstGeom prst="rect">
            <a:avLst/>
          </a:prstGeom>
        </p:spPr>
        <p:txBody>
          <a:bodyPr>
            <a:normAutofit/>
          </a:bodyPr>
          <a:lstStyle>
            <a:lvl1pPr marL="0" indent="0">
              <a:buNone/>
              <a:defRPr sz="2200"/>
            </a:lvl1pPr>
            <a:lvl2pPr marL="541337" indent="0">
              <a:buNone/>
              <a:defRPr sz="2400"/>
            </a:lvl2pPr>
            <a:lvl3pPr marL="1073150" indent="0">
              <a:buNone/>
              <a:defRPr sz="2200"/>
            </a:lvl3pPr>
            <a:lvl4pPr marL="1436687" indent="0">
              <a:buNone/>
              <a:defRPr/>
            </a:lvl4pPr>
          </a:lstStyle>
          <a:p>
            <a:pPr lvl="0"/>
            <a:r>
              <a:rPr lang="en-US" dirty="0"/>
              <a:t>Textmasterformate durch Klicken bearbeiten</a:t>
            </a:r>
          </a:p>
        </p:txBody>
      </p:sp>
    </p:spTree>
    <p:extLst>
      <p:ext uri="{BB962C8B-B14F-4D97-AF65-F5344CB8AC3E}">
        <p14:creationId xmlns:p14="http://schemas.microsoft.com/office/powerpoint/2010/main" val="20849253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olie mit Aufzählungen">
    <p:spTree>
      <p:nvGrpSpPr>
        <p:cNvPr id="1" name=""/>
        <p:cNvGrpSpPr/>
        <p:nvPr/>
      </p:nvGrpSpPr>
      <p:grpSpPr>
        <a:xfrm>
          <a:off x="0" y="0"/>
          <a:ext cx="0" cy="0"/>
          <a:chOff x="0" y="0"/>
          <a:chExt cx="0" cy="0"/>
        </a:xfrm>
      </p:grpSpPr>
      <p:sp>
        <p:nvSpPr>
          <p:cNvPr id="2" name="Titel 1"/>
          <p:cNvSpPr>
            <a:spLocks noGrp="1"/>
          </p:cNvSpPr>
          <p:nvPr>
            <p:ph type="title"/>
          </p:nvPr>
        </p:nvSpPr>
        <p:spPr>
          <a:xfrm>
            <a:off x="457200" y="125760"/>
            <a:ext cx="8229600" cy="1143000"/>
          </a:xfrm>
        </p:spPr>
        <p:txBody>
          <a:bodyPr/>
          <a:lstStyle>
            <a:lvl1pPr>
              <a:defRPr/>
            </a:lvl1pPr>
          </a:lstStyle>
          <a:p>
            <a:r>
              <a:rPr lang="en-US" dirty="0"/>
              <a:t>Titelmasterformat durch Klicken bearbeiten</a:t>
            </a:r>
            <a:endParaRPr lang="de-AT" dirty="0"/>
          </a:p>
        </p:txBody>
      </p:sp>
      <p:sp>
        <p:nvSpPr>
          <p:cNvPr id="6" name="Inhaltsplatzhalter 5"/>
          <p:cNvSpPr>
            <a:spLocks noGrp="1"/>
          </p:cNvSpPr>
          <p:nvPr>
            <p:ph sz="quarter" idx="11"/>
          </p:nvPr>
        </p:nvSpPr>
        <p:spPr>
          <a:xfrm>
            <a:off x="467544" y="1268761"/>
            <a:ext cx="8208912" cy="4680520"/>
          </a:xfrm>
          <a:prstGeom prst="rect">
            <a:avLst/>
          </a:prstGeom>
        </p:spPr>
        <p:txBody>
          <a:bodyPr/>
          <a:lstStyle>
            <a:lvl1pPr marL="514350" indent="-514350">
              <a:buClr>
                <a:schemeClr val="tx1">
                  <a:lumMod val="50000"/>
                  <a:lumOff val="50000"/>
                </a:schemeClr>
              </a:buClr>
              <a:buSzPct val="100000"/>
              <a:buFont typeface="+mj-lt"/>
              <a:buAutoNum type="arabicPeriod"/>
              <a:defRPr sz="2600" baseline="0"/>
            </a:lvl1pPr>
            <a:lvl2pPr marL="998537" indent="-457200">
              <a:buClr>
                <a:schemeClr val="tx1">
                  <a:lumMod val="65000"/>
                  <a:lumOff val="35000"/>
                </a:schemeClr>
              </a:buClr>
              <a:buFont typeface="+mj-lt"/>
              <a:buAutoNum type="alphaLcPeriod"/>
              <a:defRPr sz="2300"/>
            </a:lvl2pPr>
            <a:lvl3pPr marL="1530350" indent="-457200">
              <a:buSzPct val="100000"/>
              <a:buFont typeface="Wingdings" pitchFamily="2" charset="2"/>
              <a:buChar char="§"/>
              <a:defRPr sz="2000" baseline="0"/>
            </a:lvl3pPr>
            <a:lvl4pPr marL="1893887" indent="-457200">
              <a:buFont typeface="+mj-lt"/>
              <a:buAutoNum type="arabicPeriod"/>
              <a:defRPr/>
            </a:lvl4pPr>
          </a:lstStyle>
          <a:p>
            <a:pPr lvl="0"/>
            <a:r>
              <a:rPr lang="en-US" dirty="0"/>
              <a:t>Textmasterformate durch Klicken bearbeiten</a:t>
            </a:r>
          </a:p>
          <a:p>
            <a:pPr lvl="1"/>
            <a:r>
              <a:rPr lang="en-US" dirty="0"/>
              <a:t>Zweite Ebene</a:t>
            </a:r>
          </a:p>
          <a:p>
            <a:pPr lvl="2"/>
            <a:r>
              <a:rPr lang="en-US" dirty="0"/>
              <a:t>Dritte Ebene</a:t>
            </a:r>
          </a:p>
          <a:p>
            <a:pPr lvl="3"/>
            <a:r>
              <a:rPr lang="en-US" dirty="0"/>
              <a:t>Vierte Ebene</a:t>
            </a:r>
          </a:p>
          <a:p>
            <a:pPr lvl="4"/>
            <a:r>
              <a:rPr lang="en-US" dirty="0"/>
              <a:t>Fünfte Ebene</a:t>
            </a:r>
            <a:endParaRPr lang="de-DE" dirty="0"/>
          </a:p>
        </p:txBody>
      </p:sp>
    </p:spTree>
    <p:extLst>
      <p:ext uri="{BB962C8B-B14F-4D97-AF65-F5344CB8AC3E}">
        <p14:creationId xmlns:p14="http://schemas.microsoft.com/office/powerpoint/2010/main" val="20456999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uflistu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dirty="0"/>
              <a:t>Titelmasterformat durch Klicken bearbeiten</a:t>
            </a:r>
            <a:endParaRPr lang="de-AT" dirty="0"/>
          </a:p>
        </p:txBody>
      </p:sp>
      <p:sp>
        <p:nvSpPr>
          <p:cNvPr id="4" name="Textplatzhalter 3"/>
          <p:cNvSpPr>
            <a:spLocks noGrp="1"/>
          </p:cNvSpPr>
          <p:nvPr>
            <p:ph type="body" sz="quarter" idx="10"/>
          </p:nvPr>
        </p:nvSpPr>
        <p:spPr>
          <a:xfrm>
            <a:off x="468313" y="1268760"/>
            <a:ext cx="8207375" cy="4608165"/>
          </a:xfrm>
          <a:prstGeom prst="rect">
            <a:avLst/>
          </a:prstGeom>
        </p:spPr>
        <p:txBody>
          <a:bodyPr/>
          <a:lstStyle>
            <a:lvl1pPr>
              <a:defRPr sz="2600"/>
            </a:lvl1pPr>
            <a:lvl2pPr>
              <a:defRPr sz="2400"/>
            </a:lvl2pPr>
          </a:lstStyle>
          <a:p>
            <a:pPr lvl="0"/>
            <a:r>
              <a:rPr lang="en-US" dirty="0"/>
              <a:t>Textmasterformate durch Klicken bearbeiten</a:t>
            </a:r>
          </a:p>
          <a:p>
            <a:pPr lvl="1"/>
            <a:r>
              <a:rPr lang="en-US" dirty="0"/>
              <a:t>Zweite Ebene</a:t>
            </a:r>
          </a:p>
          <a:p>
            <a:pPr lvl="2"/>
            <a:r>
              <a:rPr lang="en-US" dirty="0"/>
              <a:t>Dritte Ebene</a:t>
            </a:r>
          </a:p>
          <a:p>
            <a:pPr lvl="3"/>
            <a:r>
              <a:rPr lang="en-US" dirty="0"/>
              <a:t>Vierte Ebene</a:t>
            </a:r>
          </a:p>
        </p:txBody>
      </p:sp>
    </p:spTree>
    <p:extLst>
      <p:ext uri="{BB962C8B-B14F-4D97-AF65-F5344CB8AC3E}">
        <p14:creationId xmlns:p14="http://schemas.microsoft.com/office/powerpoint/2010/main" val="8779981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baseline="0"/>
            </a:lvl1pPr>
          </a:lstStyle>
          <a:p>
            <a:r>
              <a:rPr lang="en-US" dirty="0"/>
              <a:t>Titelmasterformat durch Klicken bearbeiten</a:t>
            </a:r>
            <a:endParaRPr lang="de-AT" dirty="0"/>
          </a:p>
        </p:txBody>
      </p:sp>
    </p:spTree>
    <p:extLst>
      <p:ext uri="{BB962C8B-B14F-4D97-AF65-F5344CB8AC3E}">
        <p14:creationId xmlns:p14="http://schemas.microsoft.com/office/powerpoint/2010/main" val="18843370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77893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57200" y="125413"/>
            <a:ext cx="8229600" cy="1143000"/>
          </a:xfrm>
        </p:spPr>
        <p:txBody>
          <a:bodyPr/>
          <a:lstStyle/>
          <a:p>
            <a:r>
              <a:rPr lang="en-US"/>
              <a:t>Titelmasterformat durch Klicken bearbeiten</a:t>
            </a:r>
            <a:endParaRPr lang="de-DE"/>
          </a:p>
        </p:txBody>
      </p:sp>
      <p:sp>
        <p:nvSpPr>
          <p:cNvPr id="3" name="Inhaltsplatzhalter 2"/>
          <p:cNvSpPr>
            <a:spLocks noGrp="1"/>
          </p:cNvSpPr>
          <p:nvPr>
            <p:ph idx="1"/>
          </p:nvPr>
        </p:nvSpPr>
        <p:spPr>
          <a:xfrm>
            <a:off x="457200" y="1600200"/>
            <a:ext cx="8229600" cy="4525963"/>
          </a:xfrm>
          <a:prstGeom prst="rect">
            <a:avLst/>
          </a:prstGeom>
        </p:spPr>
        <p:txBody>
          <a:bodyPr/>
          <a:lstStyle/>
          <a:p>
            <a:pPr lvl="0"/>
            <a:r>
              <a:rPr lang="en-US"/>
              <a:t>Textmasterformate durch Klicken bearbeiten</a:t>
            </a:r>
          </a:p>
          <a:p>
            <a:pPr lvl="1"/>
            <a:r>
              <a:rPr lang="en-US"/>
              <a:t>Zweite Ebene</a:t>
            </a:r>
          </a:p>
          <a:p>
            <a:pPr lvl="2"/>
            <a:r>
              <a:rPr lang="en-US"/>
              <a:t>Dritte Ebene</a:t>
            </a:r>
          </a:p>
          <a:p>
            <a:pPr lvl="3"/>
            <a:r>
              <a:rPr lang="en-US"/>
              <a:t>Vierte Ebene</a:t>
            </a:r>
          </a:p>
          <a:p>
            <a:pPr lvl="4"/>
            <a:r>
              <a:rPr lang="en-US"/>
              <a:t>Fünfte Ebene</a:t>
            </a:r>
            <a:endParaRPr lang="de-DE"/>
          </a:p>
        </p:txBody>
      </p:sp>
    </p:spTree>
    <p:extLst>
      <p:ext uri="{BB962C8B-B14F-4D97-AF65-F5344CB8AC3E}">
        <p14:creationId xmlns:p14="http://schemas.microsoft.com/office/powerpoint/2010/main" val="35284060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5"/>
            <a:ext cx="7772400" cy="1470025"/>
          </a:xfrm>
        </p:spPr>
        <p:txBody>
          <a:bodyPr/>
          <a:lstStyle/>
          <a:p>
            <a:r>
              <a:rPr lang="de-DE"/>
              <a:t>Titelmasterformat durch Klicken bearbeiten</a:t>
            </a:r>
            <a:endParaRPr lang="de-AT"/>
          </a:p>
        </p:txBody>
      </p:sp>
      <p:sp>
        <p:nvSpPr>
          <p:cNvPr id="3" name="Untertitel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a:t>Formatvorlage des Untertitelmasters durch Klicken bearbeiten</a:t>
            </a:r>
            <a:endParaRPr lang="de-AT"/>
          </a:p>
        </p:txBody>
      </p:sp>
    </p:spTree>
    <p:extLst>
      <p:ext uri="{BB962C8B-B14F-4D97-AF65-F5344CB8AC3E}">
        <p14:creationId xmlns:p14="http://schemas.microsoft.com/office/powerpoint/2010/main" val="886785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image" Target="../media/image2.jpeg"/><Relationship Id="rId4" Type="http://schemas.openxmlformats.org/officeDocument/2006/relationships/slideLayout" Target="../slideLayouts/slideLayout15.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8" name="Rechteck 7"/>
          <p:cNvSpPr/>
          <p:nvPr userDrawn="1"/>
        </p:nvSpPr>
        <p:spPr>
          <a:xfrm>
            <a:off x="-7455" y="-12449"/>
            <a:ext cx="9252520" cy="849161"/>
          </a:xfrm>
          <a:prstGeom prst="rect">
            <a:avLst/>
          </a:prstGeom>
          <a:gradFill flip="none" rotWithShape="1">
            <a:gsLst>
              <a:gs pos="20000">
                <a:schemeClr val="bg1">
                  <a:lumMod val="65000"/>
                </a:schemeClr>
              </a:gs>
              <a:gs pos="0">
                <a:schemeClr val="tx1">
                  <a:lumMod val="61000"/>
                  <a:lumOff val="39000"/>
                </a:schemeClr>
              </a:gs>
              <a:gs pos="50000">
                <a:schemeClr val="bg1">
                  <a:lumMod val="75000"/>
                </a:schemeClr>
              </a:gs>
              <a:gs pos="100000">
                <a:schemeClr val="tx1">
                  <a:lumMod val="50000"/>
                  <a:lumOff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de-AT"/>
          </a:p>
        </p:txBody>
      </p:sp>
      <p:pic>
        <p:nvPicPr>
          <p:cNvPr id="1029" name="Grafik 6"/>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6516688" y="6259513"/>
            <a:ext cx="22812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hteck 8"/>
          <p:cNvSpPr/>
          <p:nvPr userDrawn="1"/>
        </p:nvSpPr>
        <p:spPr>
          <a:xfrm>
            <a:off x="-7938" y="-26988"/>
            <a:ext cx="9253538" cy="80963"/>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de-AT"/>
          </a:p>
        </p:txBody>
      </p:sp>
      <p:sp>
        <p:nvSpPr>
          <p:cNvPr id="5" name="Titelplatzhalter 4"/>
          <p:cNvSpPr>
            <a:spLocks noGrp="1"/>
          </p:cNvSpPr>
          <p:nvPr>
            <p:ph type="title"/>
          </p:nvPr>
        </p:nvSpPr>
        <p:spPr>
          <a:xfrm>
            <a:off x="457200" y="125413"/>
            <a:ext cx="8229600" cy="1143000"/>
          </a:xfrm>
          <a:prstGeom prst="rect">
            <a:avLst/>
          </a:prstGeom>
        </p:spPr>
        <p:txBody>
          <a:bodyPr vert="horz" lIns="91440" tIns="45720" rIns="91440" bIns="45720" rtlCol="0" anchor="t">
            <a:normAutofit/>
          </a:bodyPr>
          <a:lstStyle/>
          <a:p>
            <a:r>
              <a:rPr lang="de-DE" dirty="0"/>
              <a:t>Masterfolie</a:t>
            </a:r>
            <a:endParaRPr lang="de-AT" dirty="0"/>
          </a:p>
        </p:txBody>
      </p:sp>
      <p:sp>
        <p:nvSpPr>
          <p:cNvPr id="2056" name="Rectangle 10"/>
          <p:cNvSpPr>
            <a:spLocks noChangeArrowheads="1"/>
          </p:cNvSpPr>
          <p:nvPr userDrawn="1"/>
        </p:nvSpPr>
        <p:spPr bwMode="gray">
          <a:xfrm>
            <a:off x="349250" y="6361113"/>
            <a:ext cx="1343025" cy="247650"/>
          </a:xfrm>
          <a:prstGeom prst="rect">
            <a:avLst/>
          </a:prstGeom>
          <a:noFill/>
          <a:ln>
            <a:noFill/>
          </a:ln>
        </p:spPr>
        <p:txBody>
          <a:bodyP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eaLnBrk="1" hangingPunct="1">
              <a:defRPr/>
            </a:pPr>
            <a:r>
              <a:rPr lang="de-DE" altLang="de-DE">
                <a:solidFill>
                  <a:srgbClr val="7F7F7F"/>
                </a:solidFill>
                <a:cs typeface="Arial" panose="020B0604020202020204" pitchFamily="34" charset="0"/>
              </a:rPr>
              <a:t>Seite </a:t>
            </a:r>
            <a:r>
              <a:rPr lang="de-DE" altLang="de-DE">
                <a:solidFill>
                  <a:srgbClr val="7F7F7F"/>
                </a:solidFill>
                <a:cs typeface="Arial" panose="020B0604020202020204" pitchFamily="34" charset="0"/>
                <a:sym typeface="Wingdings" panose="05000000000000000000" pitchFamily="2" charset="2"/>
              </a:rPr>
              <a:t></a:t>
            </a:r>
            <a:r>
              <a:rPr lang="de-DE" altLang="de-DE">
                <a:solidFill>
                  <a:srgbClr val="7F7F7F"/>
                </a:solidFill>
                <a:cs typeface="Arial" panose="020B0604020202020204" pitchFamily="34" charset="0"/>
              </a:rPr>
              <a:t> </a:t>
            </a:r>
            <a:fld id="{AF312613-A776-411E-9E45-D607DF1A6102}" type="slidenum">
              <a:rPr lang="de-DE" altLang="de-DE" smtClean="0">
                <a:solidFill>
                  <a:srgbClr val="7F7F7F"/>
                </a:solidFill>
                <a:cs typeface="Arial" panose="020B0604020202020204" pitchFamily="34" charset="0"/>
              </a:rPr>
              <a:pPr eaLnBrk="1" hangingPunct="1">
                <a:defRPr/>
              </a:pPr>
              <a:t>‹Nr.›</a:t>
            </a:fld>
            <a:endParaRPr lang="de-DE" altLang="de-DE">
              <a:solidFill>
                <a:srgbClr val="7F7F7F"/>
              </a:solidFill>
              <a:cs typeface="Arial" panose="020B0604020202020204" pitchFamily="34" charset="0"/>
            </a:endParaRPr>
          </a:p>
        </p:txBody>
      </p:sp>
    </p:spTree>
    <p:extLst>
      <p:ext uri="{BB962C8B-B14F-4D97-AF65-F5344CB8AC3E}">
        <p14:creationId xmlns:p14="http://schemas.microsoft.com/office/powerpoint/2010/main" val="3160913951"/>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Lst>
  <p:timing>
    <p:tnLst>
      <p:par>
        <p:cTn id="1" dur="indefinite" restart="never" nodeType="tmRoot"/>
      </p:par>
    </p:tnLst>
  </p:timing>
  <p:hf hdr="0" ftr="0" dt="0"/>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Arial" pitchFamily="34" charset="0"/>
          <a:ea typeface="+mj-ea"/>
          <a:cs typeface="Arial" pitchFamily="34" charset="0"/>
        </a:defRPr>
      </a:lvl1pPr>
      <a:lvl2pPr algn="l" rtl="0" eaLnBrk="0" fontAlgn="base" hangingPunct="0">
        <a:spcBef>
          <a:spcPct val="0"/>
        </a:spcBef>
        <a:spcAft>
          <a:spcPct val="0"/>
        </a:spcAft>
        <a:defRPr sz="3200" b="1">
          <a:solidFill>
            <a:schemeClr val="bg1"/>
          </a:solidFill>
          <a:latin typeface="Arial" charset="0"/>
          <a:cs typeface="Arial" charset="0"/>
        </a:defRPr>
      </a:lvl2pPr>
      <a:lvl3pPr algn="l" rtl="0" eaLnBrk="0" fontAlgn="base" hangingPunct="0">
        <a:spcBef>
          <a:spcPct val="0"/>
        </a:spcBef>
        <a:spcAft>
          <a:spcPct val="0"/>
        </a:spcAft>
        <a:defRPr sz="3200" b="1">
          <a:solidFill>
            <a:schemeClr val="bg1"/>
          </a:solidFill>
          <a:latin typeface="Arial" charset="0"/>
          <a:cs typeface="Arial" charset="0"/>
        </a:defRPr>
      </a:lvl3pPr>
      <a:lvl4pPr algn="l" rtl="0" eaLnBrk="0" fontAlgn="base" hangingPunct="0">
        <a:spcBef>
          <a:spcPct val="0"/>
        </a:spcBef>
        <a:spcAft>
          <a:spcPct val="0"/>
        </a:spcAft>
        <a:defRPr sz="3200" b="1">
          <a:solidFill>
            <a:schemeClr val="bg1"/>
          </a:solidFill>
          <a:latin typeface="Arial" charset="0"/>
          <a:cs typeface="Arial" charset="0"/>
        </a:defRPr>
      </a:lvl4pPr>
      <a:lvl5pPr algn="l" rtl="0" eaLnBrk="0" fontAlgn="base" hangingPunct="0">
        <a:spcBef>
          <a:spcPct val="0"/>
        </a:spcBef>
        <a:spcAft>
          <a:spcPct val="0"/>
        </a:spcAft>
        <a:defRPr sz="3200" b="1">
          <a:solidFill>
            <a:schemeClr val="bg1"/>
          </a:solidFill>
          <a:latin typeface="Arial" charset="0"/>
          <a:cs typeface="Arial" charset="0"/>
        </a:defRPr>
      </a:lvl5pPr>
      <a:lvl6pPr marL="457200" algn="l" rtl="0" fontAlgn="base">
        <a:spcBef>
          <a:spcPct val="0"/>
        </a:spcBef>
        <a:spcAft>
          <a:spcPct val="0"/>
        </a:spcAft>
        <a:defRPr sz="3200" b="1">
          <a:solidFill>
            <a:schemeClr val="bg1"/>
          </a:solidFill>
          <a:latin typeface="Arial" charset="0"/>
          <a:cs typeface="Arial" charset="0"/>
        </a:defRPr>
      </a:lvl6pPr>
      <a:lvl7pPr marL="914400" algn="l" rtl="0" fontAlgn="base">
        <a:spcBef>
          <a:spcPct val="0"/>
        </a:spcBef>
        <a:spcAft>
          <a:spcPct val="0"/>
        </a:spcAft>
        <a:defRPr sz="3200" b="1">
          <a:solidFill>
            <a:schemeClr val="bg1"/>
          </a:solidFill>
          <a:latin typeface="Arial" charset="0"/>
          <a:cs typeface="Arial" charset="0"/>
        </a:defRPr>
      </a:lvl7pPr>
      <a:lvl8pPr marL="1371600" algn="l" rtl="0" fontAlgn="base">
        <a:spcBef>
          <a:spcPct val="0"/>
        </a:spcBef>
        <a:spcAft>
          <a:spcPct val="0"/>
        </a:spcAft>
        <a:defRPr sz="3200" b="1">
          <a:solidFill>
            <a:schemeClr val="bg1"/>
          </a:solidFill>
          <a:latin typeface="Arial" charset="0"/>
          <a:cs typeface="Arial" charset="0"/>
        </a:defRPr>
      </a:lvl8pPr>
      <a:lvl9pPr marL="1828800" algn="l" rtl="0" fontAlgn="base">
        <a:spcBef>
          <a:spcPct val="0"/>
        </a:spcBef>
        <a:spcAft>
          <a:spcPct val="0"/>
        </a:spcAft>
        <a:defRPr sz="3200" b="1">
          <a:solidFill>
            <a:schemeClr val="bg1"/>
          </a:solidFill>
          <a:latin typeface="Arial" charset="0"/>
          <a:cs typeface="Arial" charset="0"/>
        </a:defRPr>
      </a:lvl9pPr>
    </p:titleStyle>
    <p:bodyStyle>
      <a:lvl1pPr marL="269875" indent="-269875" algn="l" rtl="0" eaLnBrk="0" fontAlgn="base" hangingPunct="0">
        <a:spcBef>
          <a:spcPct val="20000"/>
        </a:spcBef>
        <a:spcAft>
          <a:spcPct val="0"/>
        </a:spcAft>
        <a:buClr>
          <a:srgbClr val="595959"/>
        </a:buClr>
        <a:buSzPct val="80000"/>
        <a:buFont typeface="Wingdings" panose="05000000000000000000" pitchFamily="2" charset="2"/>
        <a:buChar char="§"/>
        <a:defRPr sz="2800" kern="1200">
          <a:solidFill>
            <a:srgbClr val="404040"/>
          </a:solidFill>
          <a:latin typeface="Arial" pitchFamily="34" charset="0"/>
          <a:ea typeface="+mn-ea"/>
          <a:cs typeface="Arial" pitchFamily="34" charset="0"/>
        </a:defRPr>
      </a:lvl1pPr>
      <a:lvl2pPr marL="895350" indent="-354013" algn="l" rtl="0" eaLnBrk="0" fontAlgn="base" hangingPunct="0">
        <a:spcBef>
          <a:spcPct val="20000"/>
        </a:spcBef>
        <a:spcAft>
          <a:spcPct val="0"/>
        </a:spcAft>
        <a:buClr>
          <a:srgbClr val="595959"/>
        </a:buClr>
        <a:buFont typeface="Symbol" panose="05050102010706020507" pitchFamily="18" charset="2"/>
        <a:buChar char="-"/>
        <a:defRPr sz="2500" kern="1200">
          <a:solidFill>
            <a:srgbClr val="404040"/>
          </a:solidFill>
          <a:latin typeface="Arial" pitchFamily="34" charset="0"/>
          <a:ea typeface="+mn-ea"/>
          <a:cs typeface="Arial" pitchFamily="34" charset="0"/>
        </a:defRPr>
      </a:lvl2pPr>
      <a:lvl3pPr marL="1343025" indent="-269875" algn="l" rtl="0" eaLnBrk="0" fontAlgn="base" hangingPunct="0">
        <a:spcBef>
          <a:spcPct val="20000"/>
        </a:spcBef>
        <a:spcAft>
          <a:spcPct val="0"/>
        </a:spcAft>
        <a:buClr>
          <a:srgbClr val="595959"/>
        </a:buClr>
        <a:buSzPct val="80000"/>
        <a:buFont typeface="Wingdings" panose="05000000000000000000" pitchFamily="2" charset="2"/>
        <a:buChar char="§"/>
        <a:defRPr sz="2200" kern="1200">
          <a:solidFill>
            <a:srgbClr val="404040"/>
          </a:solidFill>
          <a:latin typeface="Arial" pitchFamily="34" charset="0"/>
          <a:ea typeface="+mn-ea"/>
          <a:cs typeface="Arial" pitchFamily="34" charset="0"/>
        </a:defRPr>
      </a:lvl3pPr>
      <a:lvl4pPr marL="1790700" indent="-354013" algn="l" rtl="0" eaLnBrk="0" fontAlgn="base" hangingPunct="0">
        <a:spcBef>
          <a:spcPct val="20000"/>
        </a:spcBef>
        <a:spcAft>
          <a:spcPct val="0"/>
        </a:spcAft>
        <a:buClr>
          <a:srgbClr val="595959"/>
        </a:buClr>
        <a:buFont typeface="Symbol" panose="05050102010706020507" pitchFamily="18" charset="2"/>
        <a:buChar char="-"/>
        <a:defRPr sz="2000" kern="1200">
          <a:solidFill>
            <a:srgbClr val="404040"/>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9"/>
          <a:srcRect/>
          <a:stretch>
            <a:fillRect/>
          </a:stretch>
        </a:blipFill>
        <a:effectLst/>
      </p:bgPr>
    </p:bg>
    <p:spTree>
      <p:nvGrpSpPr>
        <p:cNvPr id="1" name=""/>
        <p:cNvGrpSpPr/>
        <p:nvPr/>
      </p:nvGrpSpPr>
      <p:grpSpPr>
        <a:xfrm>
          <a:off x="0" y="0"/>
          <a:ext cx="0" cy="0"/>
          <a:chOff x="0" y="0"/>
          <a:chExt cx="0" cy="0"/>
        </a:xfrm>
      </p:grpSpPr>
      <p:sp>
        <p:nvSpPr>
          <p:cNvPr id="10" name="Rechteck 9"/>
          <p:cNvSpPr/>
          <p:nvPr userDrawn="1"/>
        </p:nvSpPr>
        <p:spPr>
          <a:xfrm>
            <a:off x="-7455" y="-12449"/>
            <a:ext cx="9252520" cy="849161"/>
          </a:xfrm>
          <a:prstGeom prst="rect">
            <a:avLst/>
          </a:prstGeom>
          <a:gradFill flip="none" rotWithShape="1">
            <a:gsLst>
              <a:gs pos="27000">
                <a:srgbClr val="4879B4"/>
              </a:gs>
              <a:gs pos="0">
                <a:schemeClr val="tx2"/>
              </a:gs>
              <a:gs pos="50000">
                <a:schemeClr val="accent1"/>
              </a:gs>
              <a:gs pos="100000">
                <a:schemeClr val="tx2"/>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de-AT"/>
          </a:p>
        </p:txBody>
      </p:sp>
      <p:sp>
        <p:nvSpPr>
          <p:cNvPr id="12" name="Rechteck 11"/>
          <p:cNvSpPr/>
          <p:nvPr userDrawn="1"/>
        </p:nvSpPr>
        <p:spPr>
          <a:xfrm>
            <a:off x="-7938" y="-26988"/>
            <a:ext cx="9253538" cy="8096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de-AT"/>
          </a:p>
        </p:txBody>
      </p:sp>
      <p:pic>
        <p:nvPicPr>
          <p:cNvPr id="2054" name="Grafik 6"/>
          <p:cNvPicPr>
            <a:picLocks noChangeAspect="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6516688" y="6259513"/>
            <a:ext cx="22812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elplatzhalter 4"/>
          <p:cNvSpPr>
            <a:spLocks noGrp="1"/>
          </p:cNvSpPr>
          <p:nvPr>
            <p:ph type="title"/>
          </p:nvPr>
        </p:nvSpPr>
        <p:spPr>
          <a:xfrm>
            <a:off x="457200" y="125413"/>
            <a:ext cx="8229600" cy="1143000"/>
          </a:xfrm>
          <a:prstGeom prst="rect">
            <a:avLst/>
          </a:prstGeom>
        </p:spPr>
        <p:txBody>
          <a:bodyPr vert="horz" lIns="91440" tIns="45720" rIns="91440" bIns="45720" rtlCol="0" anchor="t">
            <a:normAutofit/>
          </a:bodyPr>
          <a:lstStyle/>
          <a:p>
            <a:r>
              <a:rPr lang="de-DE" dirty="0"/>
              <a:t>Masterfolie</a:t>
            </a:r>
            <a:endParaRPr lang="de-AT" dirty="0"/>
          </a:p>
        </p:txBody>
      </p:sp>
      <p:sp>
        <p:nvSpPr>
          <p:cNvPr id="3080" name="Rectangle 10"/>
          <p:cNvSpPr>
            <a:spLocks noChangeArrowheads="1"/>
          </p:cNvSpPr>
          <p:nvPr userDrawn="1"/>
        </p:nvSpPr>
        <p:spPr bwMode="gray">
          <a:xfrm>
            <a:off x="349250" y="6361113"/>
            <a:ext cx="1343025" cy="247650"/>
          </a:xfrm>
          <a:prstGeom prst="rect">
            <a:avLst/>
          </a:prstGeom>
          <a:noFill/>
          <a:ln>
            <a:noFill/>
          </a:ln>
        </p:spPr>
        <p:txBody>
          <a:bodyP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eaLnBrk="1" hangingPunct="1">
              <a:defRPr/>
            </a:pPr>
            <a:r>
              <a:rPr lang="de-DE" altLang="de-DE">
                <a:solidFill>
                  <a:srgbClr val="7F7F7F"/>
                </a:solidFill>
                <a:cs typeface="Arial" panose="020B0604020202020204" pitchFamily="34" charset="0"/>
              </a:rPr>
              <a:t>Seite </a:t>
            </a:r>
            <a:r>
              <a:rPr lang="de-DE" altLang="de-DE">
                <a:solidFill>
                  <a:srgbClr val="7F7F7F"/>
                </a:solidFill>
                <a:cs typeface="Arial" panose="020B0604020202020204" pitchFamily="34" charset="0"/>
                <a:sym typeface="Wingdings" panose="05000000000000000000" pitchFamily="2" charset="2"/>
              </a:rPr>
              <a:t></a:t>
            </a:r>
            <a:r>
              <a:rPr lang="de-DE" altLang="de-DE">
                <a:solidFill>
                  <a:srgbClr val="7F7F7F"/>
                </a:solidFill>
                <a:cs typeface="Arial" panose="020B0604020202020204" pitchFamily="34" charset="0"/>
              </a:rPr>
              <a:t> </a:t>
            </a:r>
            <a:fld id="{7D21079D-4B91-42D0-A234-BBFB239E26B4}" type="slidenum">
              <a:rPr lang="de-DE" altLang="de-DE" smtClean="0">
                <a:solidFill>
                  <a:srgbClr val="7F7F7F"/>
                </a:solidFill>
                <a:cs typeface="Arial" panose="020B0604020202020204" pitchFamily="34" charset="0"/>
              </a:rPr>
              <a:pPr eaLnBrk="1" hangingPunct="1">
                <a:defRPr/>
              </a:pPr>
              <a:t>‹Nr.›</a:t>
            </a:fld>
            <a:endParaRPr lang="de-DE" altLang="de-DE">
              <a:solidFill>
                <a:srgbClr val="7F7F7F"/>
              </a:solidFill>
              <a:cs typeface="Arial" panose="020B0604020202020204" pitchFamily="34" charset="0"/>
            </a:endParaRPr>
          </a:p>
        </p:txBody>
      </p:sp>
    </p:spTree>
    <p:extLst>
      <p:ext uri="{BB962C8B-B14F-4D97-AF65-F5344CB8AC3E}">
        <p14:creationId xmlns:p14="http://schemas.microsoft.com/office/powerpoint/2010/main" val="1257763012"/>
      </p:ext>
    </p:extLst>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 id="2147483891" r:id="rId7"/>
  </p:sldLayoutIdLst>
  <p:timing>
    <p:tnLst>
      <p:par>
        <p:cTn id="1" dur="indefinite" restart="never" nodeType="tmRoot"/>
      </p:par>
    </p:tnLst>
  </p:timing>
  <p:hf hdr="0" ftr="0" dt="0"/>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Arial" pitchFamily="34" charset="0"/>
          <a:ea typeface="+mj-ea"/>
          <a:cs typeface="Arial" pitchFamily="34" charset="0"/>
        </a:defRPr>
      </a:lvl1pPr>
      <a:lvl2pPr algn="l" rtl="0" eaLnBrk="0" fontAlgn="base" hangingPunct="0">
        <a:spcBef>
          <a:spcPct val="0"/>
        </a:spcBef>
        <a:spcAft>
          <a:spcPct val="0"/>
        </a:spcAft>
        <a:defRPr sz="3200" b="1">
          <a:solidFill>
            <a:schemeClr val="bg1"/>
          </a:solidFill>
          <a:latin typeface="Arial" charset="0"/>
          <a:cs typeface="Arial" charset="0"/>
        </a:defRPr>
      </a:lvl2pPr>
      <a:lvl3pPr algn="l" rtl="0" eaLnBrk="0" fontAlgn="base" hangingPunct="0">
        <a:spcBef>
          <a:spcPct val="0"/>
        </a:spcBef>
        <a:spcAft>
          <a:spcPct val="0"/>
        </a:spcAft>
        <a:defRPr sz="3200" b="1">
          <a:solidFill>
            <a:schemeClr val="bg1"/>
          </a:solidFill>
          <a:latin typeface="Arial" charset="0"/>
          <a:cs typeface="Arial" charset="0"/>
        </a:defRPr>
      </a:lvl3pPr>
      <a:lvl4pPr algn="l" rtl="0" eaLnBrk="0" fontAlgn="base" hangingPunct="0">
        <a:spcBef>
          <a:spcPct val="0"/>
        </a:spcBef>
        <a:spcAft>
          <a:spcPct val="0"/>
        </a:spcAft>
        <a:defRPr sz="3200" b="1">
          <a:solidFill>
            <a:schemeClr val="bg1"/>
          </a:solidFill>
          <a:latin typeface="Arial" charset="0"/>
          <a:cs typeface="Arial" charset="0"/>
        </a:defRPr>
      </a:lvl4pPr>
      <a:lvl5pPr algn="l" rtl="0" eaLnBrk="0" fontAlgn="base" hangingPunct="0">
        <a:spcBef>
          <a:spcPct val="0"/>
        </a:spcBef>
        <a:spcAft>
          <a:spcPct val="0"/>
        </a:spcAft>
        <a:defRPr sz="3200" b="1">
          <a:solidFill>
            <a:schemeClr val="bg1"/>
          </a:solidFill>
          <a:latin typeface="Arial" charset="0"/>
          <a:cs typeface="Arial" charset="0"/>
        </a:defRPr>
      </a:lvl5pPr>
      <a:lvl6pPr marL="457200" algn="l" rtl="0" fontAlgn="base">
        <a:spcBef>
          <a:spcPct val="0"/>
        </a:spcBef>
        <a:spcAft>
          <a:spcPct val="0"/>
        </a:spcAft>
        <a:defRPr sz="3200" b="1">
          <a:solidFill>
            <a:schemeClr val="bg1"/>
          </a:solidFill>
          <a:latin typeface="Arial" charset="0"/>
          <a:cs typeface="Arial" charset="0"/>
        </a:defRPr>
      </a:lvl6pPr>
      <a:lvl7pPr marL="914400" algn="l" rtl="0" fontAlgn="base">
        <a:spcBef>
          <a:spcPct val="0"/>
        </a:spcBef>
        <a:spcAft>
          <a:spcPct val="0"/>
        </a:spcAft>
        <a:defRPr sz="3200" b="1">
          <a:solidFill>
            <a:schemeClr val="bg1"/>
          </a:solidFill>
          <a:latin typeface="Arial" charset="0"/>
          <a:cs typeface="Arial" charset="0"/>
        </a:defRPr>
      </a:lvl7pPr>
      <a:lvl8pPr marL="1371600" algn="l" rtl="0" fontAlgn="base">
        <a:spcBef>
          <a:spcPct val="0"/>
        </a:spcBef>
        <a:spcAft>
          <a:spcPct val="0"/>
        </a:spcAft>
        <a:defRPr sz="3200" b="1">
          <a:solidFill>
            <a:schemeClr val="bg1"/>
          </a:solidFill>
          <a:latin typeface="Arial" charset="0"/>
          <a:cs typeface="Arial" charset="0"/>
        </a:defRPr>
      </a:lvl8pPr>
      <a:lvl9pPr marL="1828800" algn="l" rtl="0" fontAlgn="base">
        <a:spcBef>
          <a:spcPct val="0"/>
        </a:spcBef>
        <a:spcAft>
          <a:spcPct val="0"/>
        </a:spcAft>
        <a:defRPr sz="3200" b="1">
          <a:solidFill>
            <a:schemeClr val="bg1"/>
          </a:solidFill>
          <a:latin typeface="Arial" charset="0"/>
          <a:cs typeface="Arial" charset="0"/>
        </a:defRPr>
      </a:lvl9pPr>
    </p:titleStyle>
    <p:bodyStyle>
      <a:lvl1pPr marL="269875" indent="-269875" algn="l" rtl="0" eaLnBrk="0" fontAlgn="base" hangingPunct="0">
        <a:spcBef>
          <a:spcPct val="20000"/>
        </a:spcBef>
        <a:spcAft>
          <a:spcPct val="0"/>
        </a:spcAft>
        <a:buClr>
          <a:srgbClr val="595959"/>
        </a:buClr>
        <a:buSzPct val="80000"/>
        <a:buFont typeface="Wingdings" panose="05000000000000000000" pitchFamily="2" charset="2"/>
        <a:buChar char="§"/>
        <a:defRPr sz="2800" kern="1200">
          <a:solidFill>
            <a:srgbClr val="404040"/>
          </a:solidFill>
          <a:latin typeface="Arial" pitchFamily="34" charset="0"/>
          <a:ea typeface="+mn-ea"/>
          <a:cs typeface="Arial" pitchFamily="34" charset="0"/>
        </a:defRPr>
      </a:lvl1pPr>
      <a:lvl2pPr marL="895350" indent="-354013" algn="l" rtl="0" eaLnBrk="0" fontAlgn="base" hangingPunct="0">
        <a:spcBef>
          <a:spcPct val="20000"/>
        </a:spcBef>
        <a:spcAft>
          <a:spcPct val="0"/>
        </a:spcAft>
        <a:buClr>
          <a:srgbClr val="595959"/>
        </a:buClr>
        <a:buFont typeface="Symbol" panose="05050102010706020507" pitchFamily="18" charset="2"/>
        <a:buChar char="-"/>
        <a:defRPr sz="2500" kern="1200">
          <a:solidFill>
            <a:srgbClr val="404040"/>
          </a:solidFill>
          <a:latin typeface="Arial" pitchFamily="34" charset="0"/>
          <a:ea typeface="+mn-ea"/>
          <a:cs typeface="Arial" pitchFamily="34" charset="0"/>
        </a:defRPr>
      </a:lvl2pPr>
      <a:lvl3pPr marL="1343025" indent="-269875" algn="l" rtl="0" eaLnBrk="0" fontAlgn="base" hangingPunct="0">
        <a:spcBef>
          <a:spcPct val="20000"/>
        </a:spcBef>
        <a:spcAft>
          <a:spcPct val="0"/>
        </a:spcAft>
        <a:buClr>
          <a:srgbClr val="595959"/>
        </a:buClr>
        <a:buSzPct val="80000"/>
        <a:buFont typeface="Wingdings" panose="05000000000000000000" pitchFamily="2" charset="2"/>
        <a:buChar char="§"/>
        <a:defRPr sz="2200" kern="1200">
          <a:solidFill>
            <a:srgbClr val="404040"/>
          </a:solidFill>
          <a:latin typeface="Arial" pitchFamily="34" charset="0"/>
          <a:ea typeface="+mn-ea"/>
          <a:cs typeface="Arial" pitchFamily="34" charset="0"/>
        </a:defRPr>
      </a:lvl3pPr>
      <a:lvl4pPr marL="1790700" indent="-354013" algn="l" rtl="0" eaLnBrk="0" fontAlgn="base" hangingPunct="0">
        <a:spcBef>
          <a:spcPct val="20000"/>
        </a:spcBef>
        <a:spcAft>
          <a:spcPct val="0"/>
        </a:spcAft>
        <a:buClr>
          <a:srgbClr val="595959"/>
        </a:buClr>
        <a:buFont typeface="Symbol" panose="05050102010706020507" pitchFamily="18" charset="2"/>
        <a:buChar char="-"/>
        <a:defRPr sz="2000" kern="1200">
          <a:solidFill>
            <a:srgbClr val="404040"/>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el 1"/>
          <p:cNvSpPr>
            <a:spLocks noGrp="1"/>
          </p:cNvSpPr>
          <p:nvPr>
            <p:ph type="title"/>
          </p:nvPr>
        </p:nvSpPr>
        <p:spPr/>
        <p:txBody>
          <a:bodyPr/>
          <a:lstStyle/>
          <a:p>
            <a:r>
              <a:rPr lang="de-AT" dirty="0" smtClean="0"/>
              <a:t>Grundprinzipien bei der Modellbildung</a:t>
            </a:r>
          </a:p>
        </p:txBody>
      </p:sp>
      <p:sp>
        <p:nvSpPr>
          <p:cNvPr id="7171" name="Inhaltsplatzhalter 2"/>
          <p:cNvSpPr>
            <a:spLocks noGrp="1"/>
          </p:cNvSpPr>
          <p:nvPr>
            <p:ph sz="quarter" idx="11"/>
          </p:nvPr>
        </p:nvSpPr>
        <p:spPr/>
        <p:txBody>
          <a:bodyPr/>
          <a:lstStyle/>
          <a:p>
            <a:r>
              <a:rPr lang="de-AT" sz="2800" dirty="0" smtClean="0"/>
              <a:t>Für eine objektorientierte Lösung muss zunächst ein (OO-) Modell entwickelt werden.</a:t>
            </a:r>
          </a:p>
          <a:p>
            <a:pPr>
              <a:buNone/>
            </a:pPr>
            <a:endParaRPr lang="de-AT" sz="2800" dirty="0" smtClean="0"/>
          </a:p>
          <a:p>
            <a:r>
              <a:rPr lang="de-AT" sz="2800" dirty="0" smtClean="0"/>
              <a:t>Eine Menge kommunizierender Objekte bilden ein System.</a:t>
            </a:r>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DDCA0B56-C335-464E-B049-86F4F5BA7357}"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A7E3A43-A80D-4FE9-901A-FAFA35879F3D}" type="slidenum">
              <a:rPr lang="de-DE" smtClean="0"/>
              <a:pPr>
                <a:defRPr/>
              </a:pPr>
              <a:t>2</a:t>
            </a:fld>
            <a:endParaRPr lang="de-DE"/>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el 1"/>
          <p:cNvSpPr>
            <a:spLocks noGrp="1"/>
          </p:cNvSpPr>
          <p:nvPr>
            <p:ph type="title"/>
          </p:nvPr>
        </p:nvSpPr>
        <p:spPr/>
        <p:txBody>
          <a:bodyPr/>
          <a:lstStyle/>
          <a:p>
            <a:r>
              <a:rPr lang="de-DE" dirty="0" smtClean="0"/>
              <a:t>Abstraktion</a:t>
            </a:r>
            <a:endParaRPr lang="de-AT" dirty="0" smtClean="0"/>
          </a:p>
        </p:txBody>
      </p:sp>
      <p:sp>
        <p:nvSpPr>
          <p:cNvPr id="8195" name="Inhaltsplatzhalter 2"/>
          <p:cNvSpPr>
            <a:spLocks noGrp="1"/>
          </p:cNvSpPr>
          <p:nvPr>
            <p:ph sz="quarter" idx="11"/>
          </p:nvPr>
        </p:nvSpPr>
        <p:spPr/>
        <p:txBody>
          <a:bodyPr/>
          <a:lstStyle/>
          <a:p>
            <a:r>
              <a:rPr lang="de-AT" sz="2800" dirty="0" smtClean="0"/>
              <a:t>Modell ist ein vereinfachtes Abbild der Realität.</a:t>
            </a:r>
          </a:p>
          <a:p>
            <a:endParaRPr lang="de-AT" sz="2800" dirty="0" smtClean="0"/>
          </a:p>
          <a:p>
            <a:r>
              <a:rPr lang="de-AT" sz="2800" dirty="0" smtClean="0"/>
              <a:t>Welche Klassen und Eigenschaften in das Modell übernommen werden, hängt von der zu lösenden Aufgabe ab.</a:t>
            </a:r>
          </a:p>
          <a:p>
            <a:endParaRPr lang="de-AT" dirty="0" smtClean="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DDCA0B56-C335-464E-B049-86F4F5BA7357}"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692471F8-6397-46DC-9449-1C3696B3248B}" type="slidenum">
              <a:rPr lang="de-DE" smtClean="0"/>
              <a:pPr>
                <a:defRPr/>
              </a:pPr>
              <a:t>3</a:t>
            </a:fld>
            <a:endParaRPr lang="de-DE"/>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7"/>
          <p:cNvSpPr>
            <a:spLocks noGrp="1" noChangeArrowheads="1"/>
          </p:cNvSpPr>
          <p:nvPr>
            <p:ph type="title"/>
          </p:nvPr>
        </p:nvSpPr>
        <p:spPr/>
        <p:txBody>
          <a:bodyPr/>
          <a:lstStyle/>
          <a:p>
            <a:pPr eaLnBrk="1" hangingPunct="1"/>
            <a:r>
              <a:rPr lang="de-DE" smtClean="0"/>
              <a:t>Abstraktion hängt von der Perspektive ab</a:t>
            </a:r>
          </a:p>
        </p:txBody>
      </p:sp>
      <p:graphicFrame>
        <p:nvGraphicFramePr>
          <p:cNvPr id="3074" name="Object 6"/>
          <p:cNvGraphicFramePr>
            <a:graphicFrameLocks noGrp="1" noChangeAspect="1"/>
          </p:cNvGraphicFramePr>
          <p:nvPr>
            <p:ph sz="quarter" idx="11"/>
          </p:nvPr>
        </p:nvGraphicFramePr>
        <p:xfrm>
          <a:off x="915988" y="1443038"/>
          <a:ext cx="7313612" cy="4330700"/>
        </p:xfrm>
        <a:graphic>
          <a:graphicData uri="http://schemas.openxmlformats.org/presentationml/2006/ole">
            <mc:AlternateContent xmlns:mc="http://schemas.openxmlformats.org/markup-compatibility/2006">
              <mc:Choice xmlns:v="urn:schemas-microsoft-com:vml" Requires="v">
                <p:oleObj spid="_x0000_s51213" name="Image" r:id="rId3" imgW="7314286" imgH="4330159" progId="">
                  <p:embed/>
                </p:oleObj>
              </mc:Choice>
              <mc:Fallback>
                <p:oleObj name="Image" r:id="rId3" imgW="7314286" imgH="4330159" progId="">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5988" y="1443038"/>
                        <a:ext cx="7313612" cy="433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F581669E-73FB-4B62-B201-72D3188EFAC9}" type="datetime1">
              <a:rPr lang="de-DE"/>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6521125A-126D-494C-92E5-07A14740F6E7}" type="slidenum">
              <a:rPr lang="de-DE"/>
              <a:pPr>
                <a:defRPr/>
              </a:pPr>
              <a:t>4</a:t>
            </a:fld>
            <a:endParaRPr lang="de-DE"/>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p:txBody>
          <a:bodyPr/>
          <a:lstStyle/>
          <a:p>
            <a:pPr eaLnBrk="1" hangingPunct="1"/>
            <a:r>
              <a:rPr lang="de-DE" sz="2800" smtClean="0"/>
              <a:t>Modellbildung durch Abstraktion</a:t>
            </a:r>
            <a:endParaRPr lang="de-AT" sz="2800" smtClean="0"/>
          </a:p>
        </p:txBody>
      </p:sp>
      <p:sp>
        <p:nvSpPr>
          <p:cNvPr id="2" name="Inhaltsplatzhalter 1"/>
          <p:cNvSpPr>
            <a:spLocks noGrp="1"/>
          </p:cNvSpPr>
          <p:nvPr>
            <p:ph sz="quarter" idx="11"/>
          </p:nvPr>
        </p:nvSpPr>
        <p:spPr/>
        <p:txBody>
          <a:bodyPr/>
          <a:lstStyle/>
          <a:p>
            <a:endParaRPr lang="de-AT"/>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4B8F91BD-3ED5-44E6-A389-8C123FC54D1C}" type="datetime1">
              <a:rPr lang="de-DE"/>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31A5A8B1-6985-4BA6-B17A-0BAE7F48D940}" type="slidenum">
              <a:rPr lang="de-DE"/>
              <a:pPr>
                <a:defRPr/>
              </a:pPr>
              <a:t>5</a:t>
            </a:fld>
            <a:endParaRPr lang="de-DE"/>
          </a:p>
        </p:txBody>
      </p:sp>
      <p:pic>
        <p:nvPicPr>
          <p:cNvPr id="12293" name="Picture 6"/>
          <p:cNvPicPr>
            <a:picLocks noChangeAspect="1" noChangeArrowheads="1"/>
          </p:cNvPicPr>
          <p:nvPr/>
        </p:nvPicPr>
        <p:blipFill>
          <a:blip r:embed="rId2" cstate="print"/>
          <a:srcRect/>
          <a:stretch>
            <a:fillRect/>
          </a:stretch>
        </p:blipFill>
        <p:spPr bwMode="auto">
          <a:xfrm>
            <a:off x="254000" y="1595438"/>
            <a:ext cx="8651875" cy="3362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el 1"/>
          <p:cNvSpPr>
            <a:spLocks noGrp="1"/>
          </p:cNvSpPr>
          <p:nvPr>
            <p:ph type="title"/>
          </p:nvPr>
        </p:nvSpPr>
        <p:spPr>
          <a:xfrm>
            <a:off x="139337" y="125760"/>
            <a:ext cx="9091749" cy="1143000"/>
          </a:xfrm>
        </p:spPr>
        <p:txBody>
          <a:bodyPr/>
          <a:lstStyle/>
          <a:p>
            <a:r>
              <a:rPr lang="de-DE" dirty="0" smtClean="0"/>
              <a:t>Übungsbeispiel: Entwerfe ein Klassenmodell</a:t>
            </a:r>
            <a:endParaRPr lang="de-AT" dirty="0" smtClean="0"/>
          </a:p>
        </p:txBody>
      </p:sp>
      <p:sp>
        <p:nvSpPr>
          <p:cNvPr id="11267" name="Inhaltsplatzhalter 2"/>
          <p:cNvSpPr>
            <a:spLocks noGrp="1"/>
          </p:cNvSpPr>
          <p:nvPr>
            <p:ph sz="quarter" idx="11"/>
          </p:nvPr>
        </p:nvSpPr>
        <p:spPr/>
        <p:txBody>
          <a:bodyPr>
            <a:normAutofit fontScale="92500" lnSpcReduction="20000"/>
          </a:bodyPr>
          <a:lstStyle/>
          <a:p>
            <a:pPr>
              <a:buNone/>
            </a:pPr>
            <a:r>
              <a:rPr lang="de-DE" sz="2000" i="1" dirty="0" smtClean="0"/>
              <a:t>Ein Autohändler möchte, dass wir eine Software für ihn entwickeln. Er möchte,</a:t>
            </a:r>
          </a:p>
          <a:p>
            <a:pPr>
              <a:buNone/>
            </a:pPr>
            <a:r>
              <a:rPr lang="de-DE" sz="2000" i="1" dirty="0" smtClean="0"/>
              <a:t>dass seine Autos im System gespeichert werden, mit der Modellbezeichnung, dem</a:t>
            </a:r>
          </a:p>
          <a:p>
            <a:pPr>
              <a:buNone/>
            </a:pPr>
            <a:r>
              <a:rPr lang="de-DE" sz="2000" i="1" dirty="0" smtClean="0"/>
              <a:t>Baujahr, der Farbe, dem Neupreis und natürlich dürfen PS und</a:t>
            </a:r>
          </a:p>
          <a:p>
            <a:pPr>
              <a:buNone/>
            </a:pPr>
            <a:r>
              <a:rPr lang="de-DE" sz="2000" i="1" dirty="0" smtClean="0"/>
              <a:t>Höchstgeschwindigkeit nicht fehlen. Er möchte dann jederzeit abfragen können,</a:t>
            </a:r>
          </a:p>
          <a:p>
            <a:pPr>
              <a:buNone/>
            </a:pPr>
            <a:r>
              <a:rPr lang="de-DE" sz="2000" i="1" dirty="0" smtClean="0"/>
              <a:t>wie alt das Auto schon ist, da er auch mit Gebrauchtwagen handelt.</a:t>
            </a:r>
          </a:p>
          <a:p>
            <a:pPr>
              <a:buNone/>
            </a:pPr>
            <a:r>
              <a:rPr lang="de-DE" sz="2000" i="1" dirty="0" smtClean="0"/>
              <a:t>Gut wäre es auch wenn er wissen würde, welchen aktuellen Schätzpreis ein Auto</a:t>
            </a:r>
          </a:p>
          <a:p>
            <a:pPr marL="0">
              <a:buNone/>
            </a:pPr>
            <a:r>
              <a:rPr lang="de-DE" sz="2000" i="1" dirty="0" smtClean="0"/>
              <a:t>gerade hat. Wir können der Einfachheit halber annehmen, dass sich der Wert des Autos pro Jahr um 10% vom Neupreis reduziert. Wenn ein Auto verkauft wird, soll dies natürlich gespeichert werden, zusätzlich soll der Verkaufspreis und das Verkaufsdatum gespeichert werden.</a:t>
            </a:r>
            <a:endParaRPr lang="de-AT" sz="2000" dirty="0" smtClean="0"/>
          </a:p>
          <a:p>
            <a:pPr>
              <a:buNone/>
            </a:pPr>
            <a:r>
              <a:rPr lang="de-DE" sz="2000" i="1" dirty="0" smtClean="0"/>
              <a:t>Es kommt aber auch vor, dass ein Auto zurückgegeben wird. Dann soll der</a:t>
            </a:r>
          </a:p>
          <a:p>
            <a:pPr>
              <a:buNone/>
            </a:pPr>
            <a:r>
              <a:rPr lang="de-DE" sz="2000" i="1" dirty="0" smtClean="0"/>
              <a:t>Verkaufspreis und das Datum wieder gelöscht werden und die Verkauft</a:t>
            </a:r>
          </a:p>
          <a:p>
            <a:pPr>
              <a:buNone/>
            </a:pPr>
            <a:r>
              <a:rPr lang="de-DE" sz="2000" i="1" dirty="0" smtClean="0"/>
              <a:t>Markierung zurückgesetzt werden.</a:t>
            </a:r>
            <a:endParaRPr lang="de-AT" sz="2000" dirty="0" smtClean="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DDCA0B56-C335-464E-B049-86F4F5BA7357}"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8248539E-09C6-4794-BF7F-B4D9434AC127}" type="slidenum">
              <a:rPr lang="de-DE" smtClean="0"/>
              <a:pPr>
                <a:defRPr/>
              </a:pPr>
              <a:t>6</a:t>
            </a:fld>
            <a:endParaRPr lang="de-DE"/>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el 1"/>
          <p:cNvSpPr>
            <a:spLocks noGrp="1"/>
          </p:cNvSpPr>
          <p:nvPr>
            <p:ph type="title"/>
          </p:nvPr>
        </p:nvSpPr>
        <p:spPr/>
        <p:txBody>
          <a:bodyPr/>
          <a:lstStyle/>
          <a:p>
            <a:r>
              <a:rPr lang="de-AT" dirty="0" smtClean="0"/>
              <a:t>Kapselung – Anforderungen</a:t>
            </a:r>
          </a:p>
        </p:txBody>
      </p:sp>
      <p:sp>
        <p:nvSpPr>
          <p:cNvPr id="7" name="Inhaltsplatzhalter 2"/>
          <p:cNvSpPr>
            <a:spLocks noGrp="1"/>
          </p:cNvSpPr>
          <p:nvPr>
            <p:ph sz="quarter" idx="11"/>
          </p:nvPr>
        </p:nvSpPr>
        <p:spPr/>
        <p:txBody>
          <a:bodyPr>
            <a:normAutofit lnSpcReduction="10000"/>
          </a:bodyPr>
          <a:lstStyle/>
          <a:p>
            <a:r>
              <a:rPr lang="de-AT" sz="2800" dirty="0" smtClean="0"/>
              <a:t>Kontrollierter Zugriff auf Eigenschaften und Methoden durch das Schützen (Verbergen) von bestimmten Daten vor dem Zugriff von außen (</a:t>
            </a:r>
            <a:r>
              <a:rPr lang="de-AT" sz="2800" b="1" dirty="0" smtClean="0">
                <a:solidFill>
                  <a:srgbClr val="FF0000"/>
                </a:solidFill>
              </a:rPr>
              <a:t>private</a:t>
            </a:r>
            <a:r>
              <a:rPr lang="de-AT" sz="2800" dirty="0" smtClean="0"/>
              <a:t>). </a:t>
            </a:r>
          </a:p>
          <a:p>
            <a:endParaRPr lang="de-AT" sz="2800" dirty="0" smtClean="0"/>
          </a:p>
          <a:p>
            <a:r>
              <a:rPr lang="de-AT" sz="2800" dirty="0" smtClean="0"/>
              <a:t>Durch die öffentlichen Methoden und Eigenschaften wird die Schnittstelle der Kommunikation einer Klasse bestimmt (</a:t>
            </a:r>
            <a:r>
              <a:rPr lang="de-AT" sz="2800" b="1" dirty="0" err="1" smtClean="0">
                <a:solidFill>
                  <a:srgbClr val="FF0000"/>
                </a:solidFill>
              </a:rPr>
              <a:t>public</a:t>
            </a:r>
            <a:r>
              <a:rPr lang="de-AT" sz="2800" dirty="0" smtClean="0"/>
              <a:t>).</a:t>
            </a:r>
          </a:p>
          <a:p>
            <a:endParaRPr lang="de-AT" sz="2800" dirty="0" smtClean="0"/>
          </a:p>
          <a:p>
            <a:r>
              <a:rPr lang="de-AT" sz="2800" dirty="0" smtClean="0"/>
              <a:t>Geheimnisprinzip: Nur das unbedingt Nötige soll nach außen sichtbar sein.</a:t>
            </a:r>
          </a:p>
          <a:p>
            <a:endParaRPr lang="de-AT" dirty="0" smtClean="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DDCA0B56-C335-464E-B049-86F4F5BA7357}"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A7E3A43-A80D-4FE9-901A-FAFA35879F3D}" type="slidenum">
              <a:rPr lang="de-DE" smtClean="0"/>
              <a:pPr>
                <a:defRPr/>
              </a:pPr>
              <a:t>7</a:t>
            </a:fld>
            <a:endParaRPr lang="de-DE"/>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Titel 1"/>
          <p:cNvSpPr>
            <a:spLocks noGrp="1"/>
          </p:cNvSpPr>
          <p:nvPr>
            <p:ph type="title"/>
          </p:nvPr>
        </p:nvSpPr>
        <p:spPr/>
        <p:txBody>
          <a:bodyPr/>
          <a:lstStyle/>
          <a:p>
            <a:r>
              <a:rPr lang="de-AT" dirty="0" smtClean="0"/>
              <a:t>Kapselung – weitere Anforderungen </a:t>
            </a:r>
          </a:p>
        </p:txBody>
      </p:sp>
      <p:sp>
        <p:nvSpPr>
          <p:cNvPr id="13315" name="Inhaltsplatzhalter 2"/>
          <p:cNvSpPr>
            <a:spLocks noGrp="1"/>
          </p:cNvSpPr>
          <p:nvPr>
            <p:ph sz="quarter" idx="11"/>
          </p:nvPr>
        </p:nvSpPr>
        <p:spPr/>
        <p:txBody>
          <a:bodyPr/>
          <a:lstStyle/>
          <a:p>
            <a:endParaRPr lang="de-AT" sz="2400" dirty="0" smtClean="0"/>
          </a:p>
          <a:p>
            <a:r>
              <a:rPr lang="de-DE" sz="2800" dirty="0" smtClean="0"/>
              <a:t>Die Klasse soll in sich geschlossen eigenständig und möglichst unabhängig arbeiten können. (Daher globale Variablen vermeiden -&gt; Wiederverwendbarkeit!)</a:t>
            </a:r>
          </a:p>
          <a:p>
            <a:endParaRPr lang="de-DE" sz="2800" dirty="0" smtClean="0"/>
          </a:p>
          <a:p>
            <a:r>
              <a:rPr lang="de-DE" sz="2800" dirty="0" smtClean="0"/>
              <a:t>Änderungen des Innenlebens dürfen nach außen keine Änderung des vorher korrekten Verhaltens ergeben.</a:t>
            </a:r>
            <a:endParaRPr lang="de-AT" sz="2800" dirty="0" smtClean="0"/>
          </a:p>
          <a:p>
            <a:pPr>
              <a:buNone/>
            </a:pPr>
            <a:endParaRPr lang="de-AT" sz="2400" dirty="0" smtClean="0"/>
          </a:p>
        </p:txBody>
      </p:sp>
      <p:sp>
        <p:nvSpPr>
          <p:cNvPr id="4" name="Datumsplatzhalter 3"/>
          <p:cNvSpPr>
            <a:spLocks noGrp="1"/>
          </p:cNvSpPr>
          <p:nvPr>
            <p:ph type="dt" sz="half" idx="4294967295"/>
          </p:nvPr>
        </p:nvSpPr>
        <p:spPr>
          <a:xfrm>
            <a:off x="6983413" y="6413500"/>
            <a:ext cx="2160587" cy="287338"/>
          </a:xfrm>
          <a:prstGeom prst="rect">
            <a:avLst/>
          </a:prstGeom>
        </p:spPr>
        <p:txBody>
          <a:bodyPr/>
          <a:lstStyle/>
          <a:p>
            <a:pPr>
              <a:defRPr/>
            </a:pPr>
            <a:fld id="{E79C2368-B8EA-4064-91C6-72484FC47ECE}"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856A9BB-7BCA-4601-86F6-A049D3C586E1}" type="slidenum">
              <a:rPr lang="de-DE" smtClean="0"/>
              <a:pPr>
                <a:defRPr/>
              </a:pPr>
              <a:t>8</a:t>
            </a:fld>
            <a:endParaRPr lang="de-DE"/>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1"/>
          <p:cNvSpPr>
            <a:spLocks noGrp="1"/>
          </p:cNvSpPr>
          <p:nvPr>
            <p:ph type="title"/>
          </p:nvPr>
        </p:nvSpPr>
        <p:spPr/>
        <p:txBody>
          <a:bodyPr/>
          <a:lstStyle/>
          <a:p>
            <a:r>
              <a:rPr lang="de-DE" dirty="0" smtClean="0"/>
              <a:t>Beispiel Rechnung (ohne Kapselung)</a:t>
            </a:r>
            <a:endParaRPr lang="de-AT" dirty="0" smtClean="0"/>
          </a:p>
        </p:txBody>
      </p:sp>
      <p:sp>
        <p:nvSpPr>
          <p:cNvPr id="2" name="Inhaltsplatzhalter 1"/>
          <p:cNvSpPr>
            <a:spLocks noGrp="1"/>
          </p:cNvSpPr>
          <p:nvPr>
            <p:ph sz="quarter" idx="11"/>
          </p:nvPr>
        </p:nvSpPr>
        <p:spPr/>
        <p:txBody>
          <a:bodyPr/>
          <a:lstStyle/>
          <a:p>
            <a:endParaRPr lang="de-AT"/>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DDCA0B56-C335-464E-B049-86F4F5BA7357}"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C9879823-9318-47C9-BB42-364426C7BEF9}" type="slidenum">
              <a:rPr lang="de-DE" smtClean="0"/>
              <a:pPr>
                <a:defRPr/>
              </a:pPr>
              <a:t>9</a:t>
            </a:fld>
            <a:endParaRPr lang="de-DE"/>
          </a:p>
        </p:txBody>
      </p:sp>
      <p:pic>
        <p:nvPicPr>
          <p:cNvPr id="84993" name="Picture 1"/>
          <p:cNvPicPr>
            <a:picLocks noChangeAspect="1" noChangeArrowheads="1"/>
          </p:cNvPicPr>
          <p:nvPr/>
        </p:nvPicPr>
        <p:blipFill>
          <a:blip r:embed="rId2" cstate="print"/>
          <a:srcRect/>
          <a:stretch>
            <a:fillRect/>
          </a:stretch>
        </p:blipFill>
        <p:spPr bwMode="auto">
          <a:xfrm>
            <a:off x="2708031" y="1251816"/>
            <a:ext cx="3378811" cy="462254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el 1"/>
          <p:cNvSpPr>
            <a:spLocks noGrp="1"/>
          </p:cNvSpPr>
          <p:nvPr>
            <p:ph type="title"/>
          </p:nvPr>
        </p:nvSpPr>
        <p:spPr/>
        <p:txBody>
          <a:bodyPr/>
          <a:lstStyle/>
          <a:p>
            <a:r>
              <a:rPr lang="de-DE" dirty="0" smtClean="0"/>
              <a:t>Zugriffsmodifikatoren</a:t>
            </a:r>
            <a:endParaRPr lang="de-AT" dirty="0" smtClean="0"/>
          </a:p>
        </p:txBody>
      </p:sp>
      <p:sp>
        <p:nvSpPr>
          <p:cNvPr id="12291" name="Inhaltsplatzhalter 2"/>
          <p:cNvSpPr>
            <a:spLocks noGrp="1"/>
          </p:cNvSpPr>
          <p:nvPr>
            <p:ph sz="quarter" idx="11"/>
          </p:nvPr>
        </p:nvSpPr>
        <p:spPr/>
        <p:txBody>
          <a:bodyPr>
            <a:normAutofit fontScale="92500"/>
          </a:bodyPr>
          <a:lstStyle/>
          <a:p>
            <a:r>
              <a:rPr lang="de-DE" sz="2400" b="1" dirty="0" smtClean="0"/>
              <a:t>private: </a:t>
            </a:r>
            <a:r>
              <a:rPr lang="de-DE" sz="2400" dirty="0" smtClean="0"/>
              <a:t>Auf Felder und Methoden die als private deklariert sind, kann nur innerhalb der eigenen Klasse (in der diese Felder und Methoden deklariert sind) zugegriffen werden. Objekte anderer Klassen wissen dadurch nicht einmal, dass dieses Feld existiert.</a:t>
            </a:r>
            <a:endParaRPr lang="de-AT" sz="2400" dirty="0" smtClean="0"/>
          </a:p>
          <a:p>
            <a:pPr>
              <a:buNone/>
            </a:pPr>
            <a:r>
              <a:rPr lang="en-US" sz="2400" dirty="0" smtClean="0"/>
              <a:t>		</a:t>
            </a:r>
            <a:r>
              <a:rPr lang="en-US" sz="2400" dirty="0" err="1" smtClean="0"/>
              <a:t>Bsp</a:t>
            </a:r>
            <a:r>
              <a:rPr lang="en-US" sz="2400" dirty="0" smtClean="0"/>
              <a:t>.: private </a:t>
            </a:r>
            <a:r>
              <a:rPr lang="en-US" sz="2400" dirty="0" err="1" smtClean="0"/>
              <a:t>int</a:t>
            </a:r>
            <a:r>
              <a:rPr lang="en-US" sz="2400" dirty="0" smtClean="0"/>
              <a:t> discount;</a:t>
            </a:r>
          </a:p>
          <a:p>
            <a:endParaRPr lang="de-AT" sz="2400" dirty="0" smtClean="0"/>
          </a:p>
          <a:p>
            <a:r>
              <a:rPr lang="en-US" sz="2400" b="1" dirty="0" smtClean="0"/>
              <a:t>public:</a:t>
            </a:r>
            <a:endParaRPr lang="de-AT" sz="2400" dirty="0" smtClean="0"/>
          </a:p>
          <a:p>
            <a:pPr>
              <a:buNone/>
            </a:pPr>
            <a:r>
              <a:rPr lang="de-DE" sz="2400" dirty="0" smtClean="0"/>
              <a:t>	Auf diese Eigenschaften und Methoden kann auch von außerhalb zugegriffen werden. D.h. andere Klassen können diese lesen und schreiben.</a:t>
            </a:r>
            <a:endParaRPr lang="de-AT" sz="2400" dirty="0" smtClean="0"/>
          </a:p>
          <a:p>
            <a:pPr>
              <a:buNone/>
            </a:pPr>
            <a:r>
              <a:rPr lang="de-DE" sz="2400" dirty="0" smtClean="0"/>
              <a:t>		Bsp. </a:t>
            </a:r>
            <a:r>
              <a:rPr lang="de-DE" sz="2400" dirty="0" err="1" smtClean="0"/>
              <a:t>public</a:t>
            </a:r>
            <a:r>
              <a:rPr lang="de-DE" sz="2400" dirty="0" smtClean="0"/>
              <a:t> </a:t>
            </a:r>
            <a:r>
              <a:rPr lang="de-DE" sz="2400" dirty="0" err="1" smtClean="0"/>
              <a:t>int</a:t>
            </a:r>
            <a:r>
              <a:rPr lang="de-DE" sz="2400" dirty="0" smtClean="0"/>
              <a:t> </a:t>
            </a:r>
            <a:r>
              <a:rPr lang="de-DE" sz="2400" dirty="0" err="1" smtClean="0"/>
              <a:t>CalcFullPrice</a:t>
            </a:r>
            <a:r>
              <a:rPr lang="de-DE" sz="2400" dirty="0" smtClean="0"/>
              <a:t>()</a:t>
            </a:r>
            <a:br>
              <a:rPr lang="de-DE" sz="2400" dirty="0" smtClean="0"/>
            </a:br>
            <a:endParaRPr lang="de-AT" sz="2400" dirty="0" smtClean="0"/>
          </a:p>
          <a:p>
            <a:endParaRPr lang="de-AT" sz="2400" dirty="0" smtClean="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E79C2368-B8EA-4064-91C6-72484FC47ECE}"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CA643ECD-43E3-4546-8AE1-EC0725123D06}" type="slidenum">
              <a:rPr lang="de-DE" smtClean="0"/>
              <a:pPr>
                <a:defRPr/>
              </a:pPr>
              <a:t>10</a:t>
            </a:fld>
            <a:endParaRPr lang="de-DE"/>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1"/>
          <p:cNvSpPr>
            <a:spLocks noGrp="1"/>
          </p:cNvSpPr>
          <p:nvPr>
            <p:ph type="title"/>
          </p:nvPr>
        </p:nvSpPr>
        <p:spPr/>
        <p:txBody>
          <a:bodyPr/>
          <a:lstStyle/>
          <a:p>
            <a:r>
              <a:rPr lang="de-DE" dirty="0" smtClean="0"/>
              <a:t>Beispiel Rechnung (mit Kapselung)</a:t>
            </a:r>
            <a:endParaRPr lang="de-AT" dirty="0" smtClean="0"/>
          </a:p>
        </p:txBody>
      </p:sp>
      <p:sp>
        <p:nvSpPr>
          <p:cNvPr id="2" name="Inhaltsplatzhalter 1"/>
          <p:cNvSpPr>
            <a:spLocks noGrp="1"/>
          </p:cNvSpPr>
          <p:nvPr>
            <p:ph sz="quarter" idx="11"/>
          </p:nvPr>
        </p:nvSpPr>
        <p:spPr/>
        <p:txBody>
          <a:bodyPr/>
          <a:lstStyle/>
          <a:p>
            <a:endParaRPr lang="de-AT"/>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DDCA0B56-C335-464E-B049-86F4F5BA7357}"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C9879823-9318-47C9-BB42-364426C7BEF9}" type="slidenum">
              <a:rPr lang="de-DE" smtClean="0"/>
              <a:pPr>
                <a:defRPr/>
              </a:pPr>
              <a:t>11</a:t>
            </a:fld>
            <a:endParaRPr lang="de-DE"/>
          </a:p>
        </p:txBody>
      </p:sp>
      <p:pic>
        <p:nvPicPr>
          <p:cNvPr id="83969" name="Picture 1"/>
          <p:cNvPicPr>
            <a:picLocks noChangeAspect="1" noChangeArrowheads="1"/>
          </p:cNvPicPr>
          <p:nvPr/>
        </p:nvPicPr>
        <p:blipFill>
          <a:blip r:embed="rId2" cstate="print"/>
          <a:srcRect/>
          <a:stretch>
            <a:fillRect/>
          </a:stretch>
        </p:blipFill>
        <p:spPr bwMode="auto">
          <a:xfrm>
            <a:off x="2919047" y="1116677"/>
            <a:ext cx="3132626" cy="513135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el 1"/>
          <p:cNvSpPr>
            <a:spLocks noGrp="1"/>
          </p:cNvSpPr>
          <p:nvPr>
            <p:ph type="title"/>
          </p:nvPr>
        </p:nvSpPr>
        <p:spPr/>
        <p:txBody>
          <a:bodyPr/>
          <a:lstStyle/>
          <a:p>
            <a:r>
              <a:rPr lang="de-AT" dirty="0" smtClean="0"/>
              <a:t>Vorteile durch Kapselung</a:t>
            </a:r>
          </a:p>
        </p:txBody>
      </p:sp>
      <p:sp>
        <p:nvSpPr>
          <p:cNvPr id="13315" name="Inhaltsplatzhalter 2"/>
          <p:cNvSpPr>
            <a:spLocks noGrp="1"/>
          </p:cNvSpPr>
          <p:nvPr>
            <p:ph sz="quarter" idx="11"/>
          </p:nvPr>
        </p:nvSpPr>
        <p:spPr/>
        <p:txBody>
          <a:bodyPr/>
          <a:lstStyle/>
          <a:p>
            <a:pPr>
              <a:buNone/>
            </a:pPr>
            <a:r>
              <a:rPr lang="de-DE" sz="2400" dirty="0" smtClean="0"/>
              <a:t>Durch Kapselung…</a:t>
            </a:r>
          </a:p>
          <a:p>
            <a:endParaRPr lang="de-DE" sz="2400" dirty="0" smtClean="0"/>
          </a:p>
          <a:p>
            <a:r>
              <a:rPr lang="de-DE" sz="2400" dirty="0" smtClean="0"/>
              <a:t>…kann eine Klasse einfach ausgetauscht bzw. in anderen Projekten wiederverwendet werden.</a:t>
            </a:r>
          </a:p>
          <a:p>
            <a:r>
              <a:rPr lang="de-DE" sz="2400" dirty="0" smtClean="0"/>
              <a:t>…stellt die Klasse eine „gesicherte“ Schnittstelle zur Verfügung. (Zugriff nur so, wie vom Entwickler der Klasse gewünscht.)</a:t>
            </a:r>
          </a:p>
          <a:p>
            <a:r>
              <a:rPr lang="de-DE" sz="2400" dirty="0" smtClean="0"/>
              <a:t>…ist die </a:t>
            </a:r>
            <a:r>
              <a:rPr lang="de-DE" sz="2400" dirty="0" err="1" smtClean="0"/>
              <a:t>Testbarkeit</a:t>
            </a:r>
            <a:r>
              <a:rPr lang="de-DE" sz="2400" dirty="0" smtClean="0"/>
              <a:t> dieser Schnittstelle sehr einfach („Black-Box-Test“). </a:t>
            </a:r>
          </a:p>
          <a:p>
            <a:r>
              <a:rPr lang="de-AT" sz="2400" dirty="0" smtClean="0"/>
              <a:t>…kann eine fehlerhafte bzw. unerwünschte Verwendung der Klasse verhindert werden.</a:t>
            </a:r>
          </a:p>
          <a:p>
            <a:endParaRPr lang="de-AT" sz="2400" dirty="0" smtClean="0"/>
          </a:p>
          <a:p>
            <a:pPr>
              <a:buNone/>
            </a:pPr>
            <a:endParaRPr lang="de-AT" sz="2400" dirty="0" smtClean="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E79C2368-B8EA-4064-91C6-72484FC47ECE}"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7856A9BB-7BCA-4601-86F6-A049D3C586E1}" type="slidenum">
              <a:rPr lang="de-DE" smtClean="0"/>
              <a:pPr>
                <a:defRPr/>
              </a:pPr>
              <a:t>12</a:t>
            </a:fld>
            <a:endParaRPr lang="de-DE"/>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el 1"/>
          <p:cNvSpPr>
            <a:spLocks noGrp="1"/>
          </p:cNvSpPr>
          <p:nvPr>
            <p:ph type="title"/>
          </p:nvPr>
        </p:nvSpPr>
        <p:spPr/>
        <p:txBody>
          <a:bodyPr/>
          <a:lstStyle/>
          <a:p>
            <a:r>
              <a:rPr lang="de-AT" dirty="0" smtClean="0"/>
              <a:t>Modularisierung</a:t>
            </a:r>
          </a:p>
        </p:txBody>
      </p:sp>
      <p:sp>
        <p:nvSpPr>
          <p:cNvPr id="14339" name="Inhaltsplatzhalter 2"/>
          <p:cNvSpPr>
            <a:spLocks noGrp="1"/>
          </p:cNvSpPr>
          <p:nvPr>
            <p:ph sz="quarter" idx="11"/>
          </p:nvPr>
        </p:nvSpPr>
        <p:spPr/>
        <p:txBody>
          <a:bodyPr/>
          <a:lstStyle/>
          <a:p>
            <a:pPr>
              <a:buNone/>
            </a:pPr>
            <a:endParaRPr lang="de-DE" sz="2400" dirty="0" smtClean="0"/>
          </a:p>
          <a:p>
            <a:pPr>
              <a:buNone/>
            </a:pPr>
            <a:r>
              <a:rPr lang="de-DE" sz="2400" dirty="0" smtClean="0"/>
              <a:t>  	Die einzelnen Klassen sollen klar abgegrenzte Aufgaben erfüllen. Jede Klasse soll für einen bestimmten Bereich im Gesamtsystem verantwortlich sein.</a:t>
            </a:r>
          </a:p>
          <a:p>
            <a:pPr>
              <a:buNone/>
            </a:pPr>
            <a:endParaRPr lang="de-DE" sz="2400" dirty="0" smtClean="0"/>
          </a:p>
          <a:p>
            <a:pPr>
              <a:buNone/>
            </a:pPr>
            <a:r>
              <a:rPr lang="de-DE" sz="2400" dirty="0" smtClean="0"/>
              <a:t>	Die in diesem Verantwortlichkeitsbereich liegenden Eigenschaften sollen in einer einzelnen Klasse zusammengefasst sein und nicht auf verschiedene Klassen aufgeteilt werden.</a:t>
            </a:r>
            <a:endParaRPr lang="de-AT" sz="2400" dirty="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DDCA0B56-C335-464E-B049-86F4F5BA7357}"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8D89C820-01AC-41C0-AD37-26C781507EAB}" type="slidenum">
              <a:rPr lang="de-DE" smtClean="0"/>
              <a:pPr>
                <a:defRPr/>
              </a:pPr>
              <a:t>13</a:t>
            </a:fld>
            <a:endParaRPr lang="de-DE"/>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el 1"/>
          <p:cNvSpPr>
            <a:spLocks noGrp="1"/>
          </p:cNvSpPr>
          <p:nvPr>
            <p:ph type="title"/>
          </p:nvPr>
        </p:nvSpPr>
        <p:spPr>
          <a:xfrm>
            <a:off x="78377" y="125760"/>
            <a:ext cx="9004663" cy="1143000"/>
          </a:xfrm>
        </p:spPr>
        <p:txBody>
          <a:bodyPr/>
          <a:lstStyle/>
          <a:p>
            <a:r>
              <a:rPr lang="de-DE" b="1" dirty="0" smtClean="0"/>
              <a:t>Prozedurare vs. objektorientierte Denkweise</a:t>
            </a:r>
            <a:endParaRPr lang="de-AT" dirty="0" smtClean="0"/>
          </a:p>
        </p:txBody>
      </p:sp>
      <p:sp>
        <p:nvSpPr>
          <p:cNvPr id="15363" name="Inhaltsplatzhalter 2"/>
          <p:cNvSpPr>
            <a:spLocks noGrp="1"/>
          </p:cNvSpPr>
          <p:nvPr>
            <p:ph sz="quarter" idx="11"/>
          </p:nvPr>
        </p:nvSpPr>
        <p:spPr/>
        <p:txBody>
          <a:bodyPr/>
          <a:lstStyle/>
          <a:p>
            <a:pPr>
              <a:buNone/>
            </a:pPr>
            <a:r>
              <a:rPr lang="de-DE" sz="2800" b="1" dirty="0" smtClean="0"/>
              <a:t>Prozedurale Denkweise:</a:t>
            </a:r>
            <a:endParaRPr lang="de-AT" sz="2800" b="1" dirty="0" smtClean="0"/>
          </a:p>
          <a:p>
            <a:r>
              <a:rPr lang="de-DE" sz="2800" dirty="0" smtClean="0"/>
              <a:t>Die Lösung des Problems (also das ”Wie“) schrittweise beschreiben und Gleichartiges in Prozeduren und Funktionen auslagern.</a:t>
            </a:r>
          </a:p>
          <a:p>
            <a:pPr>
              <a:buNone/>
            </a:pPr>
            <a:endParaRPr lang="de-AT" sz="2800" dirty="0" smtClean="0"/>
          </a:p>
          <a:p>
            <a:pPr>
              <a:buNone/>
            </a:pPr>
            <a:r>
              <a:rPr lang="de-DE" sz="2800" b="1" dirty="0" smtClean="0"/>
              <a:t>Objektorientierte Denkweise</a:t>
            </a:r>
            <a:endParaRPr lang="de-AT" sz="2800" b="1" dirty="0" smtClean="0"/>
          </a:p>
          <a:p>
            <a:r>
              <a:rPr lang="de-DE" sz="2800" dirty="0" smtClean="0"/>
              <a:t>Aufgaben auf einzelne Klassen verteilen und Arbeit delegieren. Also ”Wer“ (welche Klasse) macht was?</a:t>
            </a:r>
            <a:endParaRPr lang="de-AT" sz="2800" dirty="0"/>
          </a:p>
        </p:txBody>
      </p:sp>
      <p:sp>
        <p:nvSpPr>
          <p:cNvPr id="4" name="Datumsplatzhalter 3"/>
          <p:cNvSpPr>
            <a:spLocks noGrp="1"/>
          </p:cNvSpPr>
          <p:nvPr>
            <p:ph type="dt" sz="quarter" idx="4294967295"/>
          </p:nvPr>
        </p:nvSpPr>
        <p:spPr>
          <a:xfrm>
            <a:off x="6983413" y="6413500"/>
            <a:ext cx="2160587" cy="287338"/>
          </a:xfrm>
          <a:prstGeom prst="rect">
            <a:avLst/>
          </a:prstGeom>
        </p:spPr>
        <p:txBody>
          <a:bodyPr/>
          <a:lstStyle/>
          <a:p>
            <a:pPr>
              <a:defRPr/>
            </a:pPr>
            <a:fld id="{DDCA0B56-C335-464E-B049-86F4F5BA7357}" type="datetime1">
              <a:rPr lang="de-DE" smtClean="0"/>
              <a:pPr>
                <a:defRPr/>
              </a:pPr>
              <a:t>14.10.2019</a:t>
            </a:fld>
            <a:endParaRPr lang="de-DE"/>
          </a:p>
        </p:txBody>
      </p:sp>
      <p:sp>
        <p:nvSpPr>
          <p:cNvPr id="5" name="Foliennummernplatzhalter 4"/>
          <p:cNvSpPr>
            <a:spLocks noGrp="1"/>
          </p:cNvSpPr>
          <p:nvPr>
            <p:ph type="sldNum" sz="quarter" idx="4294967295"/>
          </p:nvPr>
        </p:nvSpPr>
        <p:spPr>
          <a:xfrm>
            <a:off x="6948488" y="6380163"/>
            <a:ext cx="2195512" cy="341312"/>
          </a:xfrm>
          <a:prstGeom prst="rect">
            <a:avLst/>
          </a:prstGeom>
        </p:spPr>
        <p:txBody>
          <a:bodyPr/>
          <a:lstStyle/>
          <a:p>
            <a:pPr>
              <a:defRPr/>
            </a:pPr>
            <a:fld id="{A91958C7-CED7-4BF5-B561-D179DFE8F3E0}" type="slidenum">
              <a:rPr lang="de-DE" smtClean="0"/>
              <a:pPr>
                <a:defRPr/>
              </a:pPr>
              <a:t>14</a:t>
            </a:fld>
            <a:endParaRPr lang="de-DE"/>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8"/>
          <p:cNvGraphicFramePr>
            <a:graphicFrameLocks noChangeAspect="1"/>
          </p:cNvGraphicFramePr>
          <p:nvPr/>
        </p:nvGraphicFramePr>
        <p:xfrm>
          <a:off x="0" y="6307138"/>
          <a:ext cx="2916238" cy="433387"/>
        </p:xfrm>
        <a:graphic>
          <a:graphicData uri="http://schemas.openxmlformats.org/presentationml/2006/ole">
            <mc:AlternateContent xmlns:mc="http://schemas.openxmlformats.org/markup-compatibility/2006">
              <mc:Choice xmlns:v="urn:schemas-microsoft-com:vml" Requires="v">
                <p:oleObj spid="_x0000_s3085" name="Image" r:id="rId3" imgW="126716" imgH="126716" progId="">
                  <p:embed/>
                </p:oleObj>
              </mc:Choice>
              <mc:Fallback>
                <p:oleObj name="Image" r:id="rId3" imgW="126716" imgH="126716" progId="">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307138"/>
                        <a:ext cx="2916238"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075" name="Picture 9" descr="Logo mit Slogan"/>
          <p:cNvPicPr>
            <a:picLocks noChangeAspect="1" noChangeArrowheads="1"/>
          </p:cNvPicPr>
          <p:nvPr/>
        </p:nvPicPr>
        <p:blipFill>
          <a:blip r:embed="rId5" cstate="print"/>
          <a:srcRect/>
          <a:stretch>
            <a:fillRect/>
          </a:stretch>
        </p:blipFill>
        <p:spPr bwMode="auto">
          <a:xfrm>
            <a:off x="592138" y="2667000"/>
            <a:ext cx="7959725" cy="1524000"/>
          </a:xfrm>
          <a:prstGeom prst="rect">
            <a:avLst/>
          </a:prstGeom>
          <a:noFill/>
          <a:ln w="9525">
            <a:noFill/>
            <a:miter lim="800000"/>
            <a:headEnd/>
            <a:tailEnd/>
          </a:ln>
        </p:spPr>
      </p:pic>
      <p:sp>
        <p:nvSpPr>
          <p:cNvPr id="2" name="Titel 1"/>
          <p:cNvSpPr>
            <a:spLocks noGrp="1"/>
          </p:cNvSpPr>
          <p:nvPr>
            <p:ph type="title"/>
          </p:nvPr>
        </p:nvSpPr>
        <p:spPr/>
        <p:txBody>
          <a:bodyPr/>
          <a:lstStyle/>
          <a:p>
            <a:endParaRPr lang="de-AT"/>
          </a:p>
        </p:txBody>
      </p:sp>
      <p:sp>
        <p:nvSpPr>
          <p:cNvPr id="3" name="Inhaltsplatzhalter 2"/>
          <p:cNvSpPr>
            <a:spLocks noGrp="1"/>
          </p:cNvSpPr>
          <p:nvPr>
            <p:ph sz="quarter" idx="11"/>
          </p:nvPr>
        </p:nvSpPr>
        <p:spPr/>
        <p:txBody>
          <a:bodyPr/>
          <a:lstStyle/>
          <a:p>
            <a:endParaRPr lang="de-AT"/>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1_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519</Words>
  <Application>Microsoft Office PowerPoint</Application>
  <PresentationFormat>Bildschirmpräsentation (4:3)</PresentationFormat>
  <Paragraphs>85</Paragraphs>
  <Slides>15</Slides>
  <Notes>0</Notes>
  <HiddenSlides>0</HiddenSlides>
  <MMClips>0</MMClips>
  <ScaleCrop>false</ScaleCrop>
  <HeadingPairs>
    <vt:vector size="8" baseType="variant">
      <vt:variant>
        <vt:lpstr>Verwendete Schriftarten</vt:lpstr>
      </vt:variant>
      <vt:variant>
        <vt:i4>3</vt:i4>
      </vt:variant>
      <vt:variant>
        <vt:lpstr>Design</vt:lpstr>
      </vt:variant>
      <vt:variant>
        <vt:i4>2</vt:i4>
      </vt:variant>
      <vt:variant>
        <vt:lpstr>Eingebettete OLE-Server</vt:lpstr>
      </vt:variant>
      <vt:variant>
        <vt:i4>1</vt:i4>
      </vt:variant>
      <vt:variant>
        <vt:lpstr>Folientitel</vt:lpstr>
      </vt:variant>
      <vt:variant>
        <vt:i4>15</vt:i4>
      </vt:variant>
    </vt:vector>
  </HeadingPairs>
  <TitlesOfParts>
    <vt:vector size="21" baseType="lpstr">
      <vt:lpstr>Arial</vt:lpstr>
      <vt:lpstr>Symbol</vt:lpstr>
      <vt:lpstr>Wingdings</vt:lpstr>
      <vt:lpstr>1_Larissa</vt:lpstr>
      <vt:lpstr>2_Larissa</vt:lpstr>
      <vt:lpstr>Image</vt:lpstr>
      <vt:lpstr>PowerPoint-Präsentation</vt:lpstr>
      <vt:lpstr>Grundprinzipien bei der Modellbildung</vt:lpstr>
      <vt:lpstr>Abstraktion</vt:lpstr>
      <vt:lpstr>Abstraktion hängt von der Perspektive ab</vt:lpstr>
      <vt:lpstr>Modellbildung durch Abstraktion</vt:lpstr>
      <vt:lpstr>Übungsbeispiel: Entwerfe ein Klassenmodell</vt:lpstr>
      <vt:lpstr>Kapselung – Anforderungen</vt:lpstr>
      <vt:lpstr>Kapselung – weitere Anforderungen </vt:lpstr>
      <vt:lpstr>Beispiel Rechnung (ohne Kapselung)</vt:lpstr>
      <vt:lpstr>Zugriffsmodifikatoren</vt:lpstr>
      <vt:lpstr>Beispiel Rechnung (mit Kapselung)</vt:lpstr>
      <vt:lpstr>Vorteile durch Kapselung</vt:lpstr>
      <vt:lpstr>Modularisierung</vt:lpstr>
      <vt:lpstr>Prozedurare vs. objektorientierte Denkweise</vt:lpstr>
      <vt:lpstr>PowerPoint-Präsentation</vt:lpstr>
    </vt:vector>
  </TitlesOfParts>
  <Company>Privat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und Datenbanken</dc:title>
  <dc:creator>Gerald Köck;Michael Bucek</dc:creator>
  <cp:lastModifiedBy>Michael Bucek</cp:lastModifiedBy>
  <cp:revision>278</cp:revision>
  <dcterms:created xsi:type="dcterms:W3CDTF">2003-12-22T18:36:36Z</dcterms:created>
  <dcterms:modified xsi:type="dcterms:W3CDTF">2019-10-14T14:20:06Z</dcterms:modified>
</cp:coreProperties>
</file>