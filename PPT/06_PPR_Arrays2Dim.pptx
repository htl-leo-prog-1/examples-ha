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97" r:id="rId2"/>
    <p:sldId id="296" r:id="rId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E26"/>
    <a:srgbClr val="BBEF39"/>
    <a:srgbClr val="C7F12F"/>
    <a:srgbClr val="B6F42C"/>
    <a:srgbClr val="CC3300"/>
    <a:srgbClr val="00FF00"/>
    <a:srgbClr val="79B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24.02.2016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0625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234548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31009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1464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65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748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3934718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 </a:t>
            </a:r>
            <a:r>
              <a:rPr lang="de-DE" sz="1000" dirty="0" err="1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Mehrdimenisonale</a:t>
            </a: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 Arrays </a:t>
            </a: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 </a:t>
            </a: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fld id="{C5A4FFB9-E613-43CD-964A-AE1E9E6225EE}" type="slidenum">
              <a:rPr lang="de-DE" sz="100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9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Zweidimensionale Arrays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 smtClean="0"/>
              <a:t>Beispiel: </a:t>
            </a:r>
            <a:br>
              <a:rPr lang="de-AT" dirty="0" smtClean="0"/>
            </a:br>
            <a:r>
              <a:rPr lang="de-AT" dirty="0" smtClean="0"/>
              <a:t>Matrix mit 3 Zeilen und 4 Spalten</a:t>
            </a:r>
          </a:p>
          <a:p>
            <a:endParaRPr lang="de-AT" dirty="0"/>
          </a:p>
          <a:p>
            <a:endParaRPr lang="de-AT" dirty="0" smtClean="0"/>
          </a:p>
          <a:p>
            <a:pPr marL="0" indent="0">
              <a:buNone/>
            </a:pPr>
            <a:r>
              <a:rPr lang="de-AT" dirty="0" smtClean="0"/>
              <a:t> </a:t>
            </a:r>
          </a:p>
          <a:p>
            <a:endParaRPr lang="de-AT" sz="2400" dirty="0"/>
          </a:p>
          <a:p>
            <a:r>
              <a:rPr lang="de-DE" sz="2400" dirty="0" smtClean="0"/>
              <a:t>Zugriff:</a:t>
            </a:r>
          </a:p>
          <a:p>
            <a:endParaRPr lang="de-DE" sz="2400" dirty="0" smtClean="0"/>
          </a:p>
          <a:p>
            <a:r>
              <a:rPr lang="de-AT" sz="2400" dirty="0"/>
              <a:t> </a:t>
            </a:r>
            <a:r>
              <a:rPr lang="de-AT" sz="2400" dirty="0" smtClean="0"/>
              <a:t>Abfrage Länge je Dimension:</a:t>
            </a:r>
          </a:p>
          <a:p>
            <a:endParaRPr lang="de-DE" sz="2400" dirty="0"/>
          </a:p>
          <a:p>
            <a:endParaRPr lang="de-DE" sz="2400" dirty="0"/>
          </a:p>
          <a:p>
            <a:pPr lvl="1"/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135872"/>
            <a:ext cx="4619625" cy="140017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1339974"/>
            <a:ext cx="2476500" cy="230505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907" y="3899733"/>
            <a:ext cx="895350" cy="74295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4" y="5445224"/>
            <a:ext cx="8435280" cy="64957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9712" y="3756367"/>
            <a:ext cx="24955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35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Beispiel: Verwaltung von Lotto-Tipps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395536" y="1052736"/>
            <a:ext cx="8207375" cy="4608165"/>
          </a:xfrm>
        </p:spPr>
        <p:txBody>
          <a:bodyPr/>
          <a:lstStyle/>
          <a:p>
            <a:r>
              <a:rPr lang="de-DE" sz="2000" dirty="0" smtClean="0"/>
              <a:t>Deklaration</a:t>
            </a:r>
          </a:p>
          <a:p>
            <a:endParaRPr lang="de-DE" sz="2000" dirty="0" smtClean="0"/>
          </a:p>
          <a:p>
            <a:endParaRPr lang="de-DE" sz="2000" dirty="0"/>
          </a:p>
          <a:p>
            <a:r>
              <a:rPr lang="de-DE" sz="2000" dirty="0" smtClean="0"/>
              <a:t>Definition</a:t>
            </a:r>
          </a:p>
          <a:p>
            <a:endParaRPr lang="de-DE" sz="2000" dirty="0" smtClean="0"/>
          </a:p>
          <a:p>
            <a:endParaRPr lang="de-DE" sz="2000" dirty="0"/>
          </a:p>
          <a:p>
            <a:r>
              <a:rPr lang="de-DE" sz="2000" dirty="0" smtClean="0"/>
              <a:t>Zugriff über Index</a:t>
            </a:r>
          </a:p>
          <a:p>
            <a:endParaRPr lang="de-DE" sz="2000" dirty="0" smtClean="0"/>
          </a:p>
          <a:p>
            <a:endParaRPr lang="de-DE" sz="2000" dirty="0"/>
          </a:p>
          <a:p>
            <a:r>
              <a:rPr lang="de-DE" sz="2000" dirty="0" smtClean="0"/>
              <a:t>Anzahl der Elemente je Dimension</a:t>
            </a:r>
            <a:endParaRPr lang="de-DE" sz="1800" dirty="0" smtClean="0"/>
          </a:p>
          <a:p>
            <a:pPr lvl="1"/>
            <a:r>
              <a:rPr lang="de-DE" sz="1800" dirty="0" err="1" smtClean="0"/>
              <a:t>Length</a:t>
            </a:r>
            <a:r>
              <a:rPr lang="de-DE" sz="1800" dirty="0" smtClean="0"/>
              <a:t> liefert die gesamte Anzahl in der </a:t>
            </a:r>
            <a:r>
              <a:rPr lang="de-DE" sz="1800" dirty="0" smtClean="0"/>
              <a:t>Matrix</a:t>
            </a:r>
          </a:p>
          <a:p>
            <a:pPr lvl="1"/>
            <a:r>
              <a:rPr lang="de-DE" sz="1800" dirty="0" err="1" smtClean="0"/>
              <a:t>GetLength</a:t>
            </a:r>
            <a:r>
              <a:rPr lang="de-DE" sz="1800" dirty="0" smtClean="0"/>
              <a:t> liefert die Anzahl der Elemente je Dimension</a:t>
            </a:r>
            <a:endParaRPr lang="de-DE" sz="1800" dirty="0" smtClean="0"/>
          </a:p>
          <a:p>
            <a:endParaRPr lang="de-DE" sz="2400" dirty="0"/>
          </a:p>
          <a:p>
            <a:endParaRPr lang="de-DE" sz="240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412776"/>
            <a:ext cx="3039658" cy="54515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564904"/>
            <a:ext cx="4486180" cy="661501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5589240"/>
            <a:ext cx="5473247" cy="42101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608" y="3789040"/>
            <a:ext cx="6774163" cy="51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21848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Bildschirmpräsentation (4:3)</PresentationFormat>
  <Paragraphs>23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Symbol</vt:lpstr>
      <vt:lpstr>Wingdings</vt:lpstr>
      <vt:lpstr>2_Larissa</vt:lpstr>
      <vt:lpstr>Zweidimensionale Arrays</vt:lpstr>
      <vt:lpstr>Beispiel: Verwaltung von Lotto-Tipps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r.obermueller@eduhi.at</dc:creator>
  <cp:lastModifiedBy>Birgit Schröder</cp:lastModifiedBy>
  <cp:revision>145</cp:revision>
  <dcterms:created xsi:type="dcterms:W3CDTF">2013-05-11T11:25:57Z</dcterms:created>
  <dcterms:modified xsi:type="dcterms:W3CDTF">2016-02-24T14:49:12Z</dcterms:modified>
</cp:coreProperties>
</file>