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1" r:id="rId1"/>
  </p:sldMasterIdLst>
  <p:notesMasterIdLst>
    <p:notesMasterId r:id="rId5"/>
  </p:notesMasterIdLst>
  <p:sldIdLst>
    <p:sldId id="281" r:id="rId2"/>
    <p:sldId id="283" r:id="rId3"/>
    <p:sldId id="282" r:id="rId4"/>
  </p:sldIdLst>
  <p:sldSz cx="9144000" cy="6858000" type="screen4x3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3300"/>
    <a:srgbClr val="00FF00"/>
    <a:srgbClr val="79BB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1018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336932-01FD-45AF-B110-84880AA37D65}" type="datetimeFigureOut">
              <a:rPr lang="de-AT" smtClean="0"/>
              <a:t>01.10.2021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364C66-90D0-45FE-9B3B-EB18F2272AE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547484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451500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  <a:p>
            <a:pPr lvl="4"/>
            <a:r>
              <a:rPr lang="en-US" dirty="0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46120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  <p:extLst>
      <p:ext uri="{BB962C8B-B14F-4D97-AF65-F5344CB8AC3E}">
        <p14:creationId xmlns:p14="http://schemas.microsoft.com/office/powerpoint/2010/main" val="3970985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519938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2442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</p:spPr>
        <p:txBody>
          <a:bodyPr/>
          <a:lstStyle/>
          <a:p>
            <a:r>
              <a:rPr lang="en-US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32027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spc="0">
                <a:solidFill>
                  <a:srgbClr val="000000"/>
                </a:solidFill>
              </a:defRPr>
            </a:pPr>
            <a:r>
              <a:rPr sz="4500" spc="-90">
                <a:solidFill>
                  <a:srgbClr val="314864"/>
                </a:solidFill>
              </a:rPr>
              <a:t>Title Text</a:t>
            </a:r>
          </a:p>
        </p:txBody>
      </p:sp>
      <p:sp>
        <p:nvSpPr>
          <p:cNvPr id="15" name="Shape 15"/>
          <p:cNvSpPr>
            <a:spLocks noGrp="1"/>
          </p:cNvSpPr>
          <p:nvPr>
            <p:ph type="body" idx="1"/>
          </p:nvPr>
        </p:nvSpPr>
        <p:spPr>
          <a:xfrm>
            <a:off x="250031" y="2098477"/>
            <a:ext cx="8643938" cy="4446984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109"/>
              <a:t>Body Level One</a:t>
            </a:r>
          </a:p>
          <a:p>
            <a:pPr lvl="1">
              <a:defRPr sz="1800"/>
            </a:pPr>
            <a:r>
              <a:rPr sz="2109"/>
              <a:t>Body Level Two</a:t>
            </a:r>
          </a:p>
          <a:p>
            <a:pPr lvl="2">
              <a:defRPr sz="1800"/>
            </a:pPr>
            <a:r>
              <a:rPr sz="2109"/>
              <a:t>Body Level Three</a:t>
            </a:r>
          </a:p>
          <a:p>
            <a:pPr lvl="3">
              <a:defRPr sz="1800"/>
            </a:pPr>
            <a:r>
              <a:rPr sz="2109"/>
              <a:t>Body Level Four</a:t>
            </a:r>
          </a:p>
          <a:p>
            <a:pPr lvl="4">
              <a:defRPr sz="1800"/>
            </a:pPr>
            <a:r>
              <a:rPr sz="2109"/>
              <a:t>Body Level Five</a:t>
            </a:r>
          </a:p>
        </p:txBody>
      </p:sp>
    </p:spTree>
    <p:extLst>
      <p:ext uri="{BB962C8B-B14F-4D97-AF65-F5344CB8AC3E}">
        <p14:creationId xmlns:p14="http://schemas.microsoft.com/office/powerpoint/2010/main" val="1877749962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4879B4"/>
              </a:gs>
              <a:gs pos="0">
                <a:schemeClr val="tx2"/>
              </a:gs>
              <a:gs pos="50000">
                <a:schemeClr val="accent1"/>
              </a:gs>
              <a:gs pos="100000">
                <a:schemeClr val="tx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12" name="Rechteck 11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10246" name="Grafik 6"/>
          <p:cNvPicPr>
            <a:picLocks noChangeAspect="1"/>
          </p:cNvPicPr>
          <p:nvPr userDrawn="1"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516688" y="6259513"/>
            <a:ext cx="228123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Masterfolie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2962610" cy="236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I_POS 2015/16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baseline="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Selektion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 Seite </a:t>
            </a:r>
            <a:fld id="{C5A4FFB9-E613-43CD-964A-AE1E9E6225EE}" type="slidenum">
              <a:rPr lang="de-DE" sz="1000" smtClean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5427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app.diagrams.net/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82"/>
          <p:cNvSpPr/>
          <p:nvPr/>
        </p:nvSpPr>
        <p:spPr>
          <a:xfrm>
            <a:off x="4402281" y="1016732"/>
            <a:ext cx="72200" cy="396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endParaRPr sz="2109" dirty="0">
              <a:solidFill>
                <a:srgbClr val="324863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Ablaufdiagramm / </a:t>
            </a:r>
            <a:r>
              <a:rPr lang="de-AT" dirty="0" err="1"/>
              <a:t>Flowchart</a:t>
            </a:r>
            <a:endParaRPr lang="de-AT" dirty="0"/>
          </a:p>
        </p:txBody>
      </p:sp>
      <p:sp>
        <p:nvSpPr>
          <p:cNvPr id="3" name="Textfeld 2"/>
          <p:cNvSpPr txBox="1"/>
          <p:nvPr/>
        </p:nvSpPr>
        <p:spPr>
          <a:xfrm>
            <a:off x="215517" y="1268413"/>
            <a:ext cx="864096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3600" b="1" dirty="0"/>
              <a:t>Was ist ein Flussdiagramm?</a:t>
            </a:r>
          </a:p>
          <a:p>
            <a:endParaRPr lang="de-AT" b="1" dirty="0"/>
          </a:p>
          <a:p>
            <a:r>
              <a:rPr lang="de-AT" dirty="0"/>
              <a:t>Ein Flussdiagramm oder Ablaufdiagramm (engl. Flowchart) ist ein Diagramm, das einen Prozess, ein System oder einen Algorithmus beschreibt und darstellt.</a:t>
            </a:r>
          </a:p>
          <a:p>
            <a:endParaRPr lang="de-AT" dirty="0"/>
          </a:p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573956344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 animBg="1" advAuto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82"/>
          <p:cNvSpPr/>
          <p:nvPr/>
        </p:nvSpPr>
        <p:spPr>
          <a:xfrm>
            <a:off x="4402281" y="1016732"/>
            <a:ext cx="72200" cy="396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endParaRPr sz="2109" dirty="0">
              <a:solidFill>
                <a:srgbClr val="324863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Ablaufdiagramm / </a:t>
            </a:r>
            <a:r>
              <a:rPr lang="de-AT" dirty="0" err="1"/>
              <a:t>Flowchart</a:t>
            </a:r>
            <a:endParaRPr lang="de-AT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0B2E6DD-8B94-4E5A-8B6B-D2A0C28A40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1088740"/>
            <a:ext cx="7092280" cy="5058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567783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 animBg="1" advAuto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82"/>
          <p:cNvSpPr/>
          <p:nvPr/>
        </p:nvSpPr>
        <p:spPr>
          <a:xfrm>
            <a:off x="4402281" y="1016732"/>
            <a:ext cx="72200" cy="396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endParaRPr sz="2109" dirty="0">
              <a:solidFill>
                <a:srgbClr val="324863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Ablaufdiagramm / </a:t>
            </a:r>
            <a:r>
              <a:rPr lang="de-AT" dirty="0" err="1"/>
              <a:t>Flowchart</a:t>
            </a:r>
            <a:endParaRPr lang="de-AT" dirty="0"/>
          </a:p>
        </p:txBody>
      </p:sp>
      <p:sp>
        <p:nvSpPr>
          <p:cNvPr id="3" name="Textfeld 2"/>
          <p:cNvSpPr txBox="1"/>
          <p:nvPr/>
        </p:nvSpPr>
        <p:spPr>
          <a:xfrm>
            <a:off x="215516" y="1268413"/>
            <a:ext cx="5917004" cy="53553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de-AT" dirty="0">
                <a:hlinkClick r:id="rId2"/>
              </a:rPr>
              <a:t>https://app.diagrams.net</a:t>
            </a:r>
            <a:br>
              <a:rPr lang="de-AT" dirty="0"/>
            </a:br>
            <a:endParaRPr lang="de-AT" dirty="0"/>
          </a:p>
          <a:p>
            <a:pPr marL="342900" indent="-342900">
              <a:buFont typeface="+mj-lt"/>
              <a:buAutoNum type="arabicPeriod"/>
            </a:pPr>
            <a:r>
              <a:rPr lang="de-AT" dirty="0"/>
              <a:t>Create New </a:t>
            </a:r>
            <a:r>
              <a:rPr lang="de-AT" dirty="0" err="1"/>
              <a:t>Diagram</a:t>
            </a:r>
            <a:br>
              <a:rPr lang="de-AT" dirty="0"/>
            </a:br>
            <a:br>
              <a:rPr lang="de-AT" dirty="0"/>
            </a:br>
            <a:br>
              <a:rPr lang="de-AT" dirty="0"/>
            </a:br>
            <a:br>
              <a:rPr lang="de-AT" dirty="0"/>
            </a:br>
            <a:br>
              <a:rPr lang="de-AT" dirty="0"/>
            </a:br>
            <a:br>
              <a:rPr lang="de-AT" dirty="0"/>
            </a:br>
            <a:br>
              <a:rPr lang="de-AT" dirty="0"/>
            </a:br>
            <a:endParaRPr lang="de-AT" dirty="0"/>
          </a:p>
          <a:p>
            <a:pPr marL="342900" indent="-342900">
              <a:buFont typeface="+mj-lt"/>
              <a:buAutoNum type="arabicPeriod"/>
            </a:pPr>
            <a:r>
              <a:rPr lang="de-AT" dirty="0"/>
              <a:t>Select „</a:t>
            </a:r>
            <a:r>
              <a:rPr lang="de-AT" dirty="0" err="1"/>
              <a:t>Flowcharts</a:t>
            </a:r>
            <a:r>
              <a:rPr lang="de-AT" dirty="0"/>
              <a:t>“</a:t>
            </a:r>
            <a:br>
              <a:rPr lang="de-AT" dirty="0"/>
            </a:br>
            <a:endParaRPr lang="de-AT" dirty="0"/>
          </a:p>
          <a:p>
            <a:pPr marL="342900" indent="-342900">
              <a:buFont typeface="+mj-lt"/>
              <a:buAutoNum type="arabicPeriod"/>
            </a:pPr>
            <a:r>
              <a:rPr lang="de-AT" dirty="0"/>
              <a:t>Press „Create“</a:t>
            </a:r>
            <a:br>
              <a:rPr lang="de-AT" dirty="0"/>
            </a:br>
            <a:endParaRPr lang="de-AT" dirty="0"/>
          </a:p>
          <a:p>
            <a:pPr marL="342900" indent="-342900">
              <a:buFont typeface="+mj-lt"/>
              <a:buAutoNum type="arabicPeriod"/>
            </a:pPr>
            <a:r>
              <a:rPr lang="de-AT" dirty="0"/>
              <a:t>Draw </a:t>
            </a:r>
            <a:r>
              <a:rPr lang="de-AT" dirty="0" err="1"/>
              <a:t>diagram</a:t>
            </a:r>
            <a:br>
              <a:rPr lang="de-AT" dirty="0"/>
            </a:br>
            <a:br>
              <a:rPr lang="de-AT" dirty="0"/>
            </a:br>
            <a:endParaRPr lang="de-AT" dirty="0"/>
          </a:p>
          <a:p>
            <a:r>
              <a:rPr lang="de-AT" dirty="0"/>
              <a:t>Oder: https://github.com/jgraph/drawio-desktop/releases</a:t>
            </a:r>
            <a:br>
              <a:rPr lang="de-AT" dirty="0"/>
            </a:br>
            <a:endParaRPr lang="de-AT" dirty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1660" y="2348880"/>
            <a:ext cx="1943371" cy="1433713"/>
          </a:xfrm>
          <a:prstGeom prst="rect">
            <a:avLst/>
          </a:prstGeom>
        </p:spPr>
      </p:pic>
      <p:pic>
        <p:nvPicPr>
          <p:cNvPr id="5" name="Grafik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3888" y="1908048"/>
            <a:ext cx="5464048" cy="3749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369729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 animBg="1" advAuto="0"/>
    </p:bldLst>
  </p:timing>
</p:sld>
</file>

<file path=ppt/theme/theme1.xml><?xml version="1.0" encoding="utf-8"?>
<a:theme xmlns:a="http://schemas.openxmlformats.org/drawingml/2006/main" name="2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</Words>
  <Application>Microsoft Office PowerPoint</Application>
  <PresentationFormat>Bildschirmpräsentation (4:3)</PresentationFormat>
  <Paragraphs>12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8" baseType="lpstr">
      <vt:lpstr>Arial</vt:lpstr>
      <vt:lpstr>Calibri</vt:lpstr>
      <vt:lpstr>Symbol</vt:lpstr>
      <vt:lpstr>Wingdings</vt:lpstr>
      <vt:lpstr>2_Larissa</vt:lpstr>
      <vt:lpstr>Ablaufdiagramm / Flowchart</vt:lpstr>
      <vt:lpstr>Ablaufdiagramm / Flowchart</vt:lpstr>
      <vt:lpstr>Ablaufdiagramm / Flowchart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Michael Bucek</dc:creator>
  <cp:lastModifiedBy>Aitenbichler Herbert</cp:lastModifiedBy>
  <cp:revision>137</cp:revision>
  <dcterms:created xsi:type="dcterms:W3CDTF">2013-05-11T11:25:57Z</dcterms:created>
  <dcterms:modified xsi:type="dcterms:W3CDTF">2021-10-01T20:18:29Z</dcterms:modified>
</cp:coreProperties>
</file>