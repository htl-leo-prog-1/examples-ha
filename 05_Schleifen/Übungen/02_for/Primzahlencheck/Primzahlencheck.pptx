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91" r:id="rId2"/>
    <p:sldId id="292" r:id="rId3"/>
    <p:sldId id="293" r:id="rId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03.12.2015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64C66-90D0-45FE-9B3B-EB18F2272AED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67812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2015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85677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0090339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3503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67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309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299861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  Primzahlencheck   </a:t>
            </a: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fld id="{C5A4FFB9-E613-43CD-964A-AE1E9E6225EE}" type="slidenum">
              <a:rPr lang="de-DE" sz="100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11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.wikipedia.org/wiki/Primzahltest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Was sind Primzahlen?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467544" y="2780927"/>
            <a:ext cx="8208912" cy="3168353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  <a:defRPr sz="1800"/>
            </a:pPr>
            <a:r>
              <a:rPr lang="en-US" sz="2800" dirty="0" err="1" smtClean="0"/>
              <a:t>Zahlen</a:t>
            </a:r>
            <a:r>
              <a:rPr lang="en-US" sz="2800" dirty="0" smtClean="0"/>
              <a:t> &gt; </a:t>
            </a:r>
            <a:r>
              <a:rPr lang="en-US" sz="2800" dirty="0"/>
              <a:t>1 </a:t>
            </a:r>
            <a:r>
              <a:rPr lang="en-US" sz="2800" dirty="0" err="1" smtClean="0"/>
              <a:t>welche</a:t>
            </a:r>
            <a:r>
              <a:rPr lang="en-US" sz="2800" dirty="0" smtClean="0"/>
              <a:t> </a:t>
            </a:r>
            <a:r>
              <a:rPr lang="en-US" sz="2800" dirty="0" err="1" smtClean="0"/>
              <a:t>nur</a:t>
            </a:r>
            <a:r>
              <a:rPr lang="en-US" sz="2800" dirty="0" smtClean="0"/>
              <a:t> </a:t>
            </a:r>
            <a:r>
              <a:rPr lang="en-US" sz="2800" dirty="0" err="1" smtClean="0"/>
              <a:t>durch</a:t>
            </a:r>
            <a:r>
              <a:rPr lang="en-US" sz="2800" dirty="0" smtClean="0"/>
              <a:t> 1 und </a:t>
            </a:r>
            <a:r>
              <a:rPr lang="en-US" sz="2800" dirty="0" err="1" smtClean="0"/>
              <a:t>durch</a:t>
            </a:r>
            <a:r>
              <a:rPr lang="en-US" sz="2800" dirty="0" smtClean="0"/>
              <a:t> </a:t>
            </a:r>
            <a:r>
              <a:rPr lang="en-US" sz="2800" dirty="0" err="1" smtClean="0"/>
              <a:t>sich</a:t>
            </a:r>
            <a:r>
              <a:rPr lang="en-US" sz="2800" dirty="0" smtClean="0"/>
              <a:t> </a:t>
            </a:r>
            <a:r>
              <a:rPr lang="en-US" sz="2800" dirty="0" err="1" smtClean="0"/>
              <a:t>selbst</a:t>
            </a:r>
            <a:r>
              <a:rPr lang="en-US" sz="2800" dirty="0" smtClean="0"/>
              <a:t> </a:t>
            </a:r>
            <a:r>
              <a:rPr lang="en-US" sz="2800" dirty="0" err="1" smtClean="0"/>
              <a:t>dividiert</a:t>
            </a:r>
            <a:r>
              <a:rPr lang="en-US" sz="2800" dirty="0" smtClean="0"/>
              <a:t> </a:t>
            </a:r>
            <a:r>
              <a:rPr lang="en-US" sz="2800" dirty="0" err="1" smtClean="0"/>
              <a:t>werden</a:t>
            </a:r>
            <a:r>
              <a:rPr lang="en-US" sz="2800" dirty="0" smtClean="0"/>
              <a:t> </a:t>
            </a:r>
            <a:r>
              <a:rPr lang="en-US" sz="2800" dirty="0" err="1" smtClean="0"/>
              <a:t>können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  <a:defRPr sz="1800"/>
            </a:pPr>
            <a:r>
              <a:rPr lang="en-US" sz="2800" dirty="0" err="1" smtClean="0"/>
              <a:t>Zum</a:t>
            </a:r>
            <a:r>
              <a:rPr lang="en-US" sz="2800" dirty="0" smtClean="0"/>
              <a:t> </a:t>
            </a:r>
            <a:r>
              <a:rPr lang="en-US" sz="2800" dirty="0" err="1" smtClean="0"/>
              <a:t>Beispiel</a:t>
            </a:r>
            <a:r>
              <a:rPr lang="en-US" sz="2800" dirty="0" smtClean="0"/>
              <a:t>:</a:t>
            </a:r>
          </a:p>
          <a:p>
            <a:pPr marL="884237" lvl="1" indent="-342900">
              <a:buFont typeface="Arial" panose="020B0604020202020204" pitchFamily="34" charset="0"/>
              <a:buChar char="•"/>
              <a:defRPr sz="1800"/>
            </a:pPr>
            <a:r>
              <a:rPr lang="en-US" sz="2500" dirty="0" smtClean="0"/>
              <a:t> </a:t>
            </a:r>
            <a:r>
              <a:rPr lang="en-US" sz="2500" dirty="0"/>
              <a:t>2, 3, 5, 7, 11, 13, 17, 19, …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3403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467" y="2132856"/>
            <a:ext cx="2618981" cy="4022006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01" y="839817"/>
            <a:ext cx="1800199" cy="81299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Algorithmus: Probedivision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251522" y="1269107"/>
            <a:ext cx="6120680" cy="4824189"/>
          </a:xfrm>
        </p:spPr>
        <p:txBody>
          <a:bodyPr tIns="36000" bIns="0"/>
          <a:lstStyle/>
          <a:p>
            <a:pPr marL="227878" indent="-227878" defTabSz="361460">
              <a:spcBef>
                <a:spcPts val="2320"/>
              </a:spcBef>
              <a:defRPr sz="1800"/>
            </a:pPr>
            <a:r>
              <a:rPr lang="en-US" sz="1600" dirty="0" err="1" smtClean="0"/>
              <a:t>Nennen</a:t>
            </a:r>
            <a:r>
              <a:rPr lang="en-US" sz="1600" dirty="0" smtClean="0"/>
              <a:t> </a:t>
            </a:r>
            <a:r>
              <a:rPr lang="en-US" sz="1600" dirty="0" err="1" smtClean="0"/>
              <a:t>wir</a:t>
            </a:r>
            <a:r>
              <a:rPr lang="en-US" sz="1600" dirty="0" smtClean="0"/>
              <a:t> die </a:t>
            </a:r>
            <a:r>
              <a:rPr lang="en-US" sz="1600" dirty="0" err="1" smtClean="0"/>
              <a:t>Zahl</a:t>
            </a:r>
            <a:r>
              <a:rPr lang="en-US" sz="1600" dirty="0" smtClean="0"/>
              <a:t>, die </a:t>
            </a:r>
            <a:r>
              <a:rPr lang="en-US" sz="1600" dirty="0" err="1" smtClean="0"/>
              <a:t>überprüft</a:t>
            </a:r>
            <a:r>
              <a:rPr lang="en-US" sz="1600" dirty="0" smtClean="0"/>
              <a:t> </a:t>
            </a:r>
            <a:r>
              <a:rPr lang="en-US" sz="1600" dirty="0" err="1" smtClean="0"/>
              <a:t>werden</a:t>
            </a:r>
            <a:r>
              <a:rPr lang="en-US" sz="1600" dirty="0" smtClean="0"/>
              <a:t> </a:t>
            </a:r>
            <a:r>
              <a:rPr lang="en-US" sz="1600" dirty="0" err="1" smtClean="0"/>
              <a:t>soll</a:t>
            </a:r>
            <a:r>
              <a:rPr lang="en-US" sz="1600" dirty="0" smtClean="0"/>
              <a:t>, </a:t>
            </a:r>
            <a:r>
              <a:rPr lang="en-US" sz="1600" b="1" i="1" dirty="0" err="1" smtClean="0"/>
              <a:t>primeCandidate</a:t>
            </a:r>
            <a:endParaRPr lang="en-US" sz="1600" b="1" i="1" dirty="0" smtClean="0"/>
          </a:p>
          <a:p>
            <a:pPr marL="227878" indent="-227878" defTabSz="361460">
              <a:spcBef>
                <a:spcPts val="2320"/>
              </a:spcBef>
              <a:defRPr sz="1800"/>
            </a:pPr>
            <a:r>
              <a:rPr lang="en-US" sz="1600" dirty="0" err="1" smtClean="0"/>
              <a:t>Wenn</a:t>
            </a:r>
            <a:r>
              <a:rPr lang="en-US" sz="1600" dirty="0" smtClean="0"/>
              <a:t> </a:t>
            </a:r>
            <a:r>
              <a:rPr lang="en-US" sz="1600" b="1" i="1" dirty="0" err="1"/>
              <a:t>primeCandidate</a:t>
            </a:r>
            <a:r>
              <a:rPr lang="en-US" sz="1600" dirty="0"/>
              <a:t> &lt; 2 </a:t>
            </a:r>
            <a:r>
              <a:rPr lang="en-US" sz="1600" dirty="0" err="1" smtClean="0"/>
              <a:t>dann</a:t>
            </a:r>
            <a:r>
              <a:rPr lang="en-US" sz="1600" dirty="0" smtClean="0"/>
              <a:t> </a:t>
            </a:r>
            <a:r>
              <a:rPr lang="en-US" sz="1600" dirty="0" err="1" smtClean="0"/>
              <a:t>ist</a:t>
            </a:r>
            <a:r>
              <a:rPr lang="en-US" sz="1600" dirty="0" smtClean="0"/>
              <a:t> </a:t>
            </a:r>
            <a:r>
              <a:rPr lang="en-US" sz="1600" dirty="0" err="1" smtClean="0"/>
              <a:t>es</a:t>
            </a:r>
            <a:r>
              <a:rPr lang="en-US" sz="1600" dirty="0" smtClean="0"/>
              <a:t> </a:t>
            </a:r>
            <a:r>
              <a:rPr lang="en-US" sz="1600" dirty="0" err="1" smtClean="0"/>
              <a:t>keine</a:t>
            </a:r>
            <a:r>
              <a:rPr lang="en-US" sz="1600" dirty="0" smtClean="0"/>
              <a:t> </a:t>
            </a:r>
            <a:r>
              <a:rPr lang="en-US" sz="1600" dirty="0" err="1" smtClean="0"/>
              <a:t>Primzahl</a:t>
            </a:r>
            <a:r>
              <a:rPr lang="en-US" sz="1600" dirty="0" smtClean="0"/>
              <a:t>.</a:t>
            </a:r>
          </a:p>
          <a:p>
            <a:pPr marL="227878" indent="-227878" defTabSz="361460">
              <a:spcBef>
                <a:spcPts val="600"/>
              </a:spcBef>
              <a:defRPr sz="1800"/>
            </a:pPr>
            <a:r>
              <a:rPr lang="en-US" sz="1600" dirty="0" err="1" smtClean="0"/>
              <a:t>Wenn</a:t>
            </a:r>
            <a:r>
              <a:rPr lang="en-US" sz="1600" dirty="0" smtClean="0"/>
              <a:t> </a:t>
            </a:r>
            <a:r>
              <a:rPr lang="en-US" sz="1600" b="1" i="1" dirty="0" err="1"/>
              <a:t>primeCandidate</a:t>
            </a:r>
            <a:r>
              <a:rPr lang="en-US" sz="1600" dirty="0"/>
              <a:t> == 2 </a:t>
            </a:r>
            <a:r>
              <a:rPr lang="en-US" sz="1600" dirty="0" err="1" smtClean="0"/>
              <a:t>dann</a:t>
            </a:r>
            <a:r>
              <a:rPr lang="en-US" sz="1600" dirty="0" smtClean="0"/>
              <a:t> </a:t>
            </a:r>
            <a:r>
              <a:rPr lang="en-US" sz="1600" dirty="0" err="1" smtClean="0"/>
              <a:t>ist</a:t>
            </a:r>
            <a:r>
              <a:rPr lang="en-US" sz="1600" dirty="0" smtClean="0"/>
              <a:t> </a:t>
            </a:r>
            <a:r>
              <a:rPr lang="en-US" sz="1600" dirty="0" err="1" smtClean="0"/>
              <a:t>es</a:t>
            </a:r>
            <a:r>
              <a:rPr lang="en-US" sz="1600" dirty="0" smtClean="0"/>
              <a:t> </a:t>
            </a:r>
            <a:r>
              <a:rPr lang="en-US" sz="1600" dirty="0" err="1" smtClean="0"/>
              <a:t>eine</a:t>
            </a:r>
            <a:r>
              <a:rPr lang="en-US" sz="1600" dirty="0" smtClean="0"/>
              <a:t> </a:t>
            </a:r>
            <a:r>
              <a:rPr lang="en-US" sz="1600" dirty="0" err="1" smtClean="0"/>
              <a:t>Primzahl</a:t>
            </a:r>
            <a:r>
              <a:rPr lang="en-US" sz="1600" dirty="0" smtClean="0"/>
              <a:t>.</a:t>
            </a:r>
          </a:p>
          <a:p>
            <a:pPr marL="227878" indent="-227878" defTabSz="361460">
              <a:spcBef>
                <a:spcPts val="600"/>
              </a:spcBef>
              <a:defRPr sz="1800"/>
            </a:pPr>
            <a:r>
              <a:rPr lang="en-US" sz="1600" dirty="0" err="1"/>
              <a:t>Wenn</a:t>
            </a:r>
            <a:r>
              <a:rPr lang="en-US" sz="1600" dirty="0"/>
              <a:t> </a:t>
            </a:r>
            <a:r>
              <a:rPr lang="en-US" sz="1600" b="1" i="1" dirty="0" err="1"/>
              <a:t>primeCandidate</a:t>
            </a:r>
            <a:r>
              <a:rPr lang="en-US" sz="1600" dirty="0"/>
              <a:t> &gt;</a:t>
            </a:r>
            <a:r>
              <a:rPr lang="en-US" sz="1600" dirty="0" smtClean="0"/>
              <a:t> </a:t>
            </a:r>
            <a:r>
              <a:rPr lang="en-US" sz="1600" dirty="0"/>
              <a:t>2 </a:t>
            </a:r>
            <a:r>
              <a:rPr lang="en-US" sz="1600" dirty="0" err="1"/>
              <a:t>dann</a:t>
            </a:r>
            <a:r>
              <a:rPr lang="en-US" sz="1600" dirty="0"/>
              <a:t> </a:t>
            </a:r>
            <a:r>
              <a:rPr lang="en-US" sz="1600" dirty="0" err="1" smtClean="0"/>
              <a:t>könnte</a:t>
            </a:r>
            <a:r>
              <a:rPr lang="en-US" sz="1600" dirty="0" smtClean="0"/>
              <a:t> </a:t>
            </a:r>
            <a:r>
              <a:rPr lang="en-US" sz="1600" dirty="0" err="1" smtClean="0"/>
              <a:t>es</a:t>
            </a:r>
            <a:r>
              <a:rPr lang="en-US" sz="1600" dirty="0" smtClean="0"/>
              <a:t> </a:t>
            </a:r>
            <a:r>
              <a:rPr lang="en-US" sz="1600" dirty="0" err="1"/>
              <a:t>eine</a:t>
            </a:r>
            <a:r>
              <a:rPr lang="en-US" sz="1600" dirty="0"/>
              <a:t> </a:t>
            </a:r>
            <a:r>
              <a:rPr lang="en-US" sz="1600" dirty="0" err="1" smtClean="0"/>
              <a:t>Primzahl</a:t>
            </a:r>
            <a:r>
              <a:rPr lang="en-US" sz="1600" dirty="0" smtClean="0"/>
              <a:t> sein.</a:t>
            </a:r>
            <a:endParaRPr lang="en-US" sz="1600" dirty="0"/>
          </a:p>
          <a:p>
            <a:pPr marL="227878" indent="-227878" defTabSz="361460">
              <a:spcBef>
                <a:spcPts val="2320"/>
              </a:spcBef>
              <a:defRPr sz="1800"/>
            </a:pPr>
            <a:r>
              <a:rPr lang="en-US" sz="1600" dirty="0" smtClean="0"/>
              <a:t>Dann: </a:t>
            </a:r>
            <a:r>
              <a:rPr lang="en-US" sz="1600" dirty="0" err="1" smtClean="0"/>
              <a:t>Mögliche</a:t>
            </a:r>
            <a:r>
              <a:rPr lang="en-US" sz="1600" dirty="0" smtClean="0"/>
              <a:t> </a:t>
            </a:r>
            <a:r>
              <a:rPr lang="en-US" sz="1600" dirty="0" err="1" smtClean="0"/>
              <a:t>Divisoren</a:t>
            </a:r>
            <a:r>
              <a:rPr lang="en-US" sz="1600" dirty="0" smtClean="0"/>
              <a:t> </a:t>
            </a:r>
            <a:r>
              <a:rPr lang="en-US" sz="1600" dirty="0" err="1" smtClean="0"/>
              <a:t>durchprobieren</a:t>
            </a:r>
            <a:r>
              <a:rPr lang="en-US" sz="1600" dirty="0" smtClean="0"/>
              <a:t>!</a:t>
            </a:r>
            <a:endParaRPr lang="en-US" sz="1600" dirty="0"/>
          </a:p>
          <a:p>
            <a:pPr marL="502901" lvl="1" indent="-227878" defTabSz="361460">
              <a:spcBef>
                <a:spcPts val="2320"/>
              </a:spcBef>
              <a:defRPr sz="1800"/>
            </a:pPr>
            <a:r>
              <a:rPr lang="en-US" sz="1600" dirty="0" err="1" smtClean="0"/>
              <a:t>Für</a:t>
            </a:r>
            <a:r>
              <a:rPr lang="en-US" sz="1600" dirty="0" smtClean="0"/>
              <a:t> </a:t>
            </a:r>
            <a:r>
              <a:rPr lang="en-US" sz="1600" dirty="0" err="1" smtClean="0"/>
              <a:t>alle</a:t>
            </a:r>
            <a:r>
              <a:rPr lang="en-US" sz="1600" dirty="0" smtClean="0"/>
              <a:t> </a:t>
            </a:r>
            <a:r>
              <a:rPr lang="en-US" sz="1600" b="1" dirty="0" err="1" smtClean="0"/>
              <a:t>Divisoren</a:t>
            </a:r>
            <a:r>
              <a:rPr lang="en-US" sz="1600" dirty="0" smtClean="0"/>
              <a:t> 2</a:t>
            </a:r>
            <a:r>
              <a:rPr lang="en-US" sz="1600" dirty="0"/>
              <a:t>, 3, 4, … </a:t>
            </a:r>
            <a:r>
              <a:rPr lang="en-US" sz="1600" b="1" i="1" dirty="0" err="1" smtClean="0"/>
              <a:t>primeCandidate</a:t>
            </a:r>
            <a:r>
              <a:rPr lang="en-US" sz="1600" i="1" dirty="0" smtClean="0"/>
              <a:t> / 2</a:t>
            </a:r>
            <a:endParaRPr lang="en-US" sz="1600" i="1" dirty="0"/>
          </a:p>
          <a:p>
            <a:pPr marL="777927" lvl="2" indent="-227878" defTabSz="361460">
              <a:spcBef>
                <a:spcPts val="2320"/>
              </a:spcBef>
              <a:defRPr sz="1800"/>
            </a:pPr>
            <a:r>
              <a:rPr lang="en-US" sz="1600" dirty="0" err="1" smtClean="0"/>
              <a:t>Prüfe</a:t>
            </a:r>
            <a:r>
              <a:rPr lang="en-US" sz="1600" dirty="0" smtClean="0"/>
              <a:t> </a:t>
            </a:r>
            <a:r>
              <a:rPr lang="en-US" sz="1600" dirty="0" err="1" smtClean="0"/>
              <a:t>ob</a:t>
            </a:r>
            <a:r>
              <a:rPr lang="en-US" sz="1600" dirty="0" smtClean="0"/>
              <a:t> </a:t>
            </a:r>
            <a:r>
              <a:rPr lang="en-US" sz="1600" b="1" i="1" dirty="0" err="1"/>
              <a:t>primeCandidate</a:t>
            </a:r>
            <a:r>
              <a:rPr lang="en-US" sz="1600" dirty="0" smtClean="0"/>
              <a:t> </a:t>
            </a:r>
            <a:r>
              <a:rPr lang="en-US" sz="1600" dirty="0" err="1" smtClean="0"/>
              <a:t>durch</a:t>
            </a:r>
            <a:r>
              <a:rPr lang="en-US" sz="1600" dirty="0" smtClean="0"/>
              <a:t> den </a:t>
            </a:r>
            <a:r>
              <a:rPr lang="en-US" sz="1600" b="1" dirty="0" smtClean="0"/>
              <a:t>Divisor</a:t>
            </a:r>
            <a:r>
              <a:rPr lang="en-US" sz="1600" dirty="0" smtClean="0"/>
              <a:t> </a:t>
            </a:r>
            <a:r>
              <a:rPr lang="en-US" sz="1600" dirty="0" err="1" smtClean="0"/>
              <a:t>teilbar</a:t>
            </a:r>
            <a:r>
              <a:rPr lang="en-US" sz="1600" dirty="0" smtClean="0"/>
              <a:t> </a:t>
            </a:r>
            <a:r>
              <a:rPr lang="en-US" sz="1600" dirty="0" err="1" smtClean="0"/>
              <a:t>ist</a:t>
            </a:r>
            <a:endParaRPr lang="en-US" sz="1600" dirty="0" smtClean="0"/>
          </a:p>
          <a:p>
            <a:pPr marL="777927" lvl="2" indent="-227878" defTabSz="361460">
              <a:spcBef>
                <a:spcPts val="2320"/>
              </a:spcBef>
              <a:defRPr sz="1800"/>
            </a:pPr>
            <a:r>
              <a:rPr lang="en-US" sz="1600" dirty="0" err="1" smtClean="0"/>
              <a:t>Wenn</a:t>
            </a:r>
            <a:r>
              <a:rPr lang="en-US" sz="1600" dirty="0" smtClean="0"/>
              <a:t> ja, </a:t>
            </a:r>
            <a:r>
              <a:rPr lang="en-US" sz="1600" dirty="0" err="1" smtClean="0"/>
              <a:t>dann</a:t>
            </a:r>
            <a:r>
              <a:rPr lang="en-US" sz="1600" dirty="0" smtClean="0"/>
              <a:t> </a:t>
            </a:r>
            <a:r>
              <a:rPr lang="en-US" sz="1600" dirty="0" err="1" smtClean="0"/>
              <a:t>ist</a:t>
            </a:r>
            <a:r>
              <a:rPr lang="en-US" sz="1600" dirty="0" smtClean="0"/>
              <a:t> </a:t>
            </a:r>
            <a:r>
              <a:rPr lang="en-US" sz="1600" b="1" i="1" dirty="0" err="1"/>
              <a:t>primeCandidate</a:t>
            </a:r>
            <a:r>
              <a:rPr lang="en-US" sz="1600" dirty="0"/>
              <a:t> </a:t>
            </a:r>
            <a:r>
              <a:rPr lang="en-US" sz="1600" dirty="0" err="1" smtClean="0"/>
              <a:t>keine</a:t>
            </a:r>
            <a:r>
              <a:rPr lang="en-US" sz="1600" dirty="0" smtClean="0"/>
              <a:t> </a:t>
            </a:r>
            <a:r>
              <a:rPr lang="en-US" sz="1600" dirty="0" err="1" smtClean="0"/>
              <a:t>Primzahl</a:t>
            </a:r>
            <a:r>
              <a:rPr lang="en-US" sz="1600" dirty="0" smtClean="0"/>
              <a:t> und </a:t>
            </a:r>
            <a:r>
              <a:rPr lang="en-US" sz="1600" dirty="0" err="1" smtClean="0"/>
              <a:t>Schleife</a:t>
            </a:r>
            <a:r>
              <a:rPr lang="en-US" sz="1600" dirty="0" smtClean="0"/>
              <a:t> </a:t>
            </a:r>
            <a:r>
              <a:rPr lang="en-US" sz="1600" dirty="0" err="1" smtClean="0"/>
              <a:t>kann</a:t>
            </a:r>
            <a:r>
              <a:rPr lang="en-US" sz="1600" dirty="0" smtClean="0"/>
              <a:t> </a:t>
            </a:r>
            <a:r>
              <a:rPr lang="en-US" sz="1600" dirty="0" err="1" smtClean="0"/>
              <a:t>verlassen</a:t>
            </a:r>
            <a:r>
              <a:rPr lang="en-US" sz="1600" dirty="0" smtClean="0"/>
              <a:t> </a:t>
            </a:r>
            <a:r>
              <a:rPr lang="en-US" sz="1600" dirty="0" err="1" smtClean="0"/>
              <a:t>werden</a:t>
            </a:r>
            <a:endParaRPr lang="en-US" sz="1600" dirty="0"/>
          </a:p>
          <a:p>
            <a:pPr marL="777927" lvl="2" indent="-227878" defTabSz="361460">
              <a:spcBef>
                <a:spcPts val="2320"/>
              </a:spcBef>
              <a:defRPr sz="1800"/>
            </a:pPr>
            <a:r>
              <a:rPr lang="en-US" sz="1600" dirty="0" err="1" smtClean="0"/>
              <a:t>Wenn</a:t>
            </a:r>
            <a:r>
              <a:rPr lang="en-US" sz="1600" dirty="0" smtClean="0"/>
              <a:t> nein, muss der </a:t>
            </a:r>
            <a:r>
              <a:rPr lang="en-US" sz="1600" dirty="0" err="1" smtClean="0"/>
              <a:t>nächste</a:t>
            </a:r>
            <a:r>
              <a:rPr lang="en-US" sz="1600" dirty="0" smtClean="0"/>
              <a:t> </a:t>
            </a:r>
            <a:r>
              <a:rPr lang="en-US" sz="1600" b="1" dirty="0" smtClean="0"/>
              <a:t>Divisor</a:t>
            </a:r>
            <a:r>
              <a:rPr lang="en-US" sz="1600" dirty="0" smtClean="0"/>
              <a:t> </a:t>
            </a:r>
            <a:r>
              <a:rPr lang="en-US" sz="1600" dirty="0" err="1" smtClean="0"/>
              <a:t>getestet</a:t>
            </a:r>
            <a:r>
              <a:rPr lang="en-US" sz="1600" dirty="0" smtClean="0"/>
              <a:t> </a:t>
            </a:r>
            <a:r>
              <a:rPr lang="en-US" sz="1600" dirty="0" err="1" smtClean="0"/>
              <a:t>werden</a:t>
            </a:r>
            <a:endParaRPr lang="en-US" sz="16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446" y="1628800"/>
            <a:ext cx="1586712" cy="54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1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smtClean="0"/>
              <a:t>Lösungsvarianten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smtClean="0"/>
              <a:t>Entwickeln Sie je eine Lösung mit </a:t>
            </a:r>
          </a:p>
          <a:p>
            <a:pPr lvl="1"/>
            <a:r>
              <a:rPr lang="de-AT" dirty="0" err="1" smtClean="0"/>
              <a:t>While</a:t>
            </a:r>
            <a:endParaRPr lang="de-AT" dirty="0" smtClean="0"/>
          </a:p>
          <a:p>
            <a:pPr lvl="1"/>
            <a:r>
              <a:rPr lang="de-AT" dirty="0" err="1" smtClean="0"/>
              <a:t>For</a:t>
            </a:r>
            <a:endParaRPr lang="de-AT" dirty="0" smtClean="0"/>
          </a:p>
          <a:p>
            <a:pPr lvl="1"/>
            <a:endParaRPr lang="de-AT" dirty="0"/>
          </a:p>
          <a:p>
            <a:r>
              <a:rPr lang="de-AT" dirty="0" smtClean="0"/>
              <a:t>Erweiterte Version</a:t>
            </a:r>
          </a:p>
          <a:p>
            <a:pPr lvl="1"/>
            <a:r>
              <a:rPr lang="de-AT" dirty="0" smtClean="0"/>
              <a:t>Prüfen Sie alle Zahlen zwischen 1 und 10000 und geben Sie alle Primzahlen in diesem Bereich aus.</a:t>
            </a:r>
            <a:br>
              <a:rPr lang="de-AT" dirty="0" smtClean="0"/>
            </a:br>
            <a:endParaRPr lang="de-AT" dirty="0" smtClean="0"/>
          </a:p>
          <a:p>
            <a:pPr lvl="1"/>
            <a:r>
              <a:rPr lang="de-AT" dirty="0" smtClean="0"/>
              <a:t>Überlegen Sie, wie Sie die Anzahl der Divisoren für die Probedivision noch reduzieren können. </a:t>
            </a:r>
            <a:r>
              <a:rPr lang="de-AT" dirty="0"/>
              <a:t>(Siehe </a:t>
            </a:r>
            <a:r>
              <a:rPr lang="de-AT" dirty="0">
                <a:hlinkClick r:id="rId2"/>
              </a:rPr>
              <a:t>https://</a:t>
            </a:r>
            <a:r>
              <a:rPr lang="de-AT" dirty="0" smtClean="0">
                <a:hlinkClick r:id="rId2"/>
              </a:rPr>
              <a:t>de.wikipedia.org/wiki/Primzahltest</a:t>
            </a:r>
            <a:r>
              <a:rPr lang="de-AT" dirty="0" smtClean="0"/>
              <a:t>) 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0733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Bildschirmpräsentation (4:3)</PresentationFormat>
  <Paragraphs>23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Symbol</vt:lpstr>
      <vt:lpstr>Wingdings</vt:lpstr>
      <vt:lpstr>2_Larissa</vt:lpstr>
      <vt:lpstr>Was sind Primzahlen?</vt:lpstr>
      <vt:lpstr>Algorithmus: Probedivision</vt:lpstr>
      <vt:lpstr>Lösungsvarianten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Birgit Schröder</cp:lastModifiedBy>
  <cp:revision>135</cp:revision>
  <dcterms:created xsi:type="dcterms:W3CDTF">2013-05-11T11:25:57Z</dcterms:created>
  <dcterms:modified xsi:type="dcterms:W3CDTF">2015-12-03T07:29:03Z</dcterms:modified>
</cp:coreProperties>
</file>