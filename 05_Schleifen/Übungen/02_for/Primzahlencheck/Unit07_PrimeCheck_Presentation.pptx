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3004800" cy="9753600"/>
  <p:notesSz cx="6858000" cy="9144000"/>
  <p:defaultTextStyle>
    <a:lvl1pPr algn="ctr" defTabSz="584200">
      <a:defRPr sz="3000">
        <a:solidFill>
          <a:srgbClr val="324863"/>
        </a:solidFill>
        <a:latin typeface="+mn-lt"/>
        <a:ea typeface="+mn-ea"/>
        <a:cs typeface="+mn-cs"/>
        <a:sym typeface="Palatino"/>
      </a:defRPr>
    </a:lvl1pPr>
    <a:lvl2pPr indent="342900" algn="ctr" defTabSz="584200">
      <a:defRPr sz="3000">
        <a:solidFill>
          <a:srgbClr val="324863"/>
        </a:solidFill>
        <a:latin typeface="+mn-lt"/>
        <a:ea typeface="+mn-ea"/>
        <a:cs typeface="+mn-cs"/>
        <a:sym typeface="Palatino"/>
      </a:defRPr>
    </a:lvl2pPr>
    <a:lvl3pPr indent="685800" algn="ctr" defTabSz="584200">
      <a:defRPr sz="3000">
        <a:solidFill>
          <a:srgbClr val="324863"/>
        </a:solidFill>
        <a:latin typeface="+mn-lt"/>
        <a:ea typeface="+mn-ea"/>
        <a:cs typeface="+mn-cs"/>
        <a:sym typeface="Palatino"/>
      </a:defRPr>
    </a:lvl3pPr>
    <a:lvl4pPr indent="1028700" algn="ctr" defTabSz="584200">
      <a:defRPr sz="3000">
        <a:solidFill>
          <a:srgbClr val="324863"/>
        </a:solidFill>
        <a:latin typeface="+mn-lt"/>
        <a:ea typeface="+mn-ea"/>
        <a:cs typeface="+mn-cs"/>
        <a:sym typeface="Palatino"/>
      </a:defRPr>
    </a:lvl4pPr>
    <a:lvl5pPr indent="1371600" algn="ctr" defTabSz="584200">
      <a:defRPr sz="3000">
        <a:solidFill>
          <a:srgbClr val="324863"/>
        </a:solidFill>
        <a:latin typeface="+mn-lt"/>
        <a:ea typeface="+mn-ea"/>
        <a:cs typeface="+mn-cs"/>
        <a:sym typeface="Palatino"/>
      </a:defRPr>
    </a:lvl5pPr>
    <a:lvl6pPr indent="1714500" algn="ctr" defTabSz="584200">
      <a:defRPr sz="3000">
        <a:solidFill>
          <a:srgbClr val="324863"/>
        </a:solidFill>
        <a:latin typeface="+mn-lt"/>
        <a:ea typeface="+mn-ea"/>
        <a:cs typeface="+mn-cs"/>
        <a:sym typeface="Palatino"/>
      </a:defRPr>
    </a:lvl6pPr>
    <a:lvl7pPr indent="2057400" algn="ctr" defTabSz="584200">
      <a:defRPr sz="3000">
        <a:solidFill>
          <a:srgbClr val="324863"/>
        </a:solidFill>
        <a:latin typeface="+mn-lt"/>
        <a:ea typeface="+mn-ea"/>
        <a:cs typeface="+mn-cs"/>
        <a:sym typeface="Palatino"/>
      </a:defRPr>
    </a:lvl7pPr>
    <a:lvl8pPr indent="2400300" algn="ctr" defTabSz="584200">
      <a:defRPr sz="3000">
        <a:solidFill>
          <a:srgbClr val="324863"/>
        </a:solidFill>
        <a:latin typeface="+mn-lt"/>
        <a:ea typeface="+mn-ea"/>
        <a:cs typeface="+mn-cs"/>
        <a:sym typeface="Palatino"/>
      </a:defRPr>
    </a:lvl8pPr>
    <a:lvl9pPr indent="2743200" algn="ctr" defTabSz="584200">
      <a:defRPr sz="3000">
        <a:solidFill>
          <a:srgbClr val="324863"/>
        </a:solidFill>
        <a:latin typeface="+mn-lt"/>
        <a:ea typeface="+mn-ea"/>
        <a:cs typeface="+mn-cs"/>
        <a:sym typeface="Palatino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solidFill>
                <a:srgbClr val="7695B6"/>
              </a:solidFill>
              <a:prstDash val="solid"/>
              <a:miter lim="400000"/>
            </a:ln>
          </a:left>
          <a:right>
            <a:ln w="12700" cap="flat">
              <a:solidFill>
                <a:srgbClr val="7695B6"/>
              </a:solidFill>
              <a:prstDash val="solid"/>
              <a:miter lim="400000"/>
            </a:ln>
          </a:right>
          <a:top>
            <a:ln w="12700" cap="flat">
              <a:solidFill>
                <a:srgbClr val="7695B6"/>
              </a:solidFill>
              <a:prstDash val="solid"/>
              <a:miter lim="400000"/>
            </a:ln>
          </a:top>
          <a:bottom>
            <a:ln w="12700" cap="flat">
              <a:solidFill>
                <a:srgbClr val="7695B6"/>
              </a:solidFill>
              <a:prstDash val="solid"/>
              <a:miter lim="400000"/>
            </a:ln>
          </a:bottom>
          <a:insideH>
            <a:ln w="12700" cap="flat">
              <a:solidFill>
                <a:srgbClr val="7695B6"/>
              </a:solidFill>
              <a:prstDash val="solid"/>
              <a:miter lim="400000"/>
            </a:ln>
          </a:insideH>
          <a:insideV>
            <a:ln w="12700" cap="flat">
              <a:solidFill>
                <a:srgbClr val="7695B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def" i="def">
        <a:fontRef idx="minor">
          <a:srgbClr val="F6F4EF"/>
        </a:fontRef>
        <a:srgbClr val="F6F4EF"/>
      </a:tcTxStyle>
      <a:tcStyle>
        <a:tcBdr>
          <a:left>
            <a:ln w="12700" cap="flat">
              <a:solidFill>
                <a:srgbClr val="7695B6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D6D3CB">
                  <a:alpha val="85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D6D3CB">
                  <a:alpha val="85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D6D3CB">
                  <a:alpha val="85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7695B6"/>
              </a:solidFill>
              <a:prstDash val="solid"/>
              <a:miter lim="400000"/>
            </a:ln>
          </a:insideV>
        </a:tcBdr>
      </a:tcStyle>
    </a:firstCol>
    <a:lastRow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695B6"/>
              </a:solidFill>
              <a:prstDash val="solid"/>
              <a:miter lim="400000"/>
            </a:ln>
          </a:top>
          <a:bottom>
            <a:ln w="12700" cap="flat">
              <a:solidFill>
                <a:srgbClr val="7695B6"/>
              </a:solidFill>
              <a:prstDash val="solid"/>
              <a:miter lim="400000"/>
            </a:ln>
          </a:bottom>
          <a:insideH>
            <a:ln w="12700" cap="flat">
              <a:solidFill>
                <a:srgbClr val="7695B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def" i="def">
        <a:fontRef idx="minor">
          <a:srgbClr val="F6F4EF"/>
        </a:fontRef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695B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7695B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</a:tcStyle>
    </a:firstRow>
  </a:tblStyle>
  <a:tblStyle styleId="{C7B018BB-80A7-4F77-B60F-C8B233D01FF8}" styleName="">
    <a:tblBg/>
    <a:wholeTbl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EEBE2">
              <a:alpha val="85000"/>
            </a:srgbClr>
          </a:solidFill>
        </a:fill>
      </a:tcStyle>
    </a:band2H>
    <a:firstCol>
      <a:tcTxStyle b="def" i="def">
        <a:fontRef idx="minor">
          <a:srgbClr val="F6F4EF"/>
        </a:fontRef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</a:tcStyle>
    </a:firstCol>
    <a:lastRow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def" i="def">
        <a:fontRef idx="minor">
          <a:srgbClr val="F6F4EF"/>
        </a:fontRef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</a:tcStyle>
    </a:firstRow>
  </a:tblStyle>
  <a:tblStyle styleId="{EEE7283C-3CF3-47DC-8721-378D4A62B228}" styleName="">
    <a:tblBg/>
    <a:wholeTbl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BD8CD">
              <a:alpha val="85000"/>
            </a:srgbClr>
          </a:solidFill>
        </a:fill>
      </a:tcStyle>
    </a:band2H>
    <a:firstCol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615F5C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EEBE2">
              <a:alpha val="85000"/>
            </a:srgbClr>
          </a:solidFill>
        </a:fill>
      </a:tcStyle>
    </a:firstCol>
    <a:lastRow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3F1D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</a:tcStyle>
    </a:lastRow>
    <a:firstRow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3F1D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</a:tcStyle>
    </a:firstRow>
  </a:tblStyle>
  <a:tblStyle styleId="{CF821DB8-F4EB-4A41-A1BA-3FCAFE7338EE}" styleName="">
    <a:tblBg/>
    <a:wholeTbl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solidFill>
                <a:srgbClr val="A8A49D"/>
              </a:solidFill>
              <a:prstDash val="solid"/>
              <a:miter lim="400000"/>
            </a:ln>
          </a:left>
          <a:right>
            <a:ln w="12700" cap="flat">
              <a:solidFill>
                <a:srgbClr val="A8A49D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A8A49D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4C1BA">
              <a:alpha val="85000"/>
            </a:srgbClr>
          </a:solidFill>
        </a:fill>
      </a:tcStyle>
    </a:band2H>
    <a:firstCol>
      <a:tcTxStyle b="def" i="def">
        <a:fontRef idx="minor">
          <a:srgbClr val="F6F4EF"/>
        </a:fontRef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3F1DF"/>
              </a:solidFill>
              <a:prstDash val="solid"/>
              <a:miter lim="400000"/>
            </a:ln>
          </a:insideV>
        </a:tcBdr>
      </a:tcStyle>
    </a:firstCol>
    <a:lastRow>
      <a:tcTxStyle b="def" i="def">
        <a:fontRef idx="minor">
          <a:srgbClr val="F6F4EF"/>
        </a:fontRef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3F1D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</a:tcStyle>
    </a:lastRow>
    <a:firstRow>
      <a:tcTxStyle b="def" i="def">
        <a:fontRef idx="minor">
          <a:srgbClr val="F6F4EF"/>
        </a:fontRef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3F1D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</a:tcStyle>
    </a:firstRow>
  </a:tblStyle>
  <a:tblStyle styleId="{33BA23B1-9221-436E-865A-0063620EA4FD}" styleName="">
    <a:tblBg/>
    <a:wholeTbl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EEBE2">
              <a:alpha val="85000"/>
            </a:srgbClr>
          </a:solidFill>
        </a:fill>
      </a:tcStyle>
    </a:band2H>
    <a:firstCol>
      <a:tcTxStyle b="def" i="def">
        <a:fontRef idx="minor">
          <a:srgbClr val="F6F4EF"/>
        </a:fontRef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D6D3CB"/>
              </a:solidFill>
              <a:prstDash val="solid"/>
              <a:miter lim="400000"/>
            </a:ln>
          </a:insideV>
        </a:tcBdr>
        <a:fill>
          <a:solidFill>
            <a:srgbClr val="8C8982"/>
          </a:solidFill>
        </a:fill>
      </a:tcStyle>
    </a:firstCol>
    <a:lastRow>
      <a:tcTxStyle b="def" i="def">
        <a:fontRef idx="minor">
          <a:srgbClr val="F6F4EF"/>
        </a:fontRef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D6D3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8A49D"/>
          </a:solidFill>
        </a:fill>
      </a:tcStyle>
    </a:lastRow>
    <a:firstRow>
      <a:tcTxStyle b="def" i="def">
        <a:fontRef idx="minor">
          <a:srgbClr val="F6F4EF"/>
        </a:fontRef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D6D3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8A49D"/>
          </a:solidFill>
        </a:fill>
      </a:tcStyle>
    </a:firstRow>
  </a:tblStyle>
  <a:tblStyle styleId="{2708684C-4D16-4618-839F-0558EEFCDFE6}" styleName="">
    <a:tblBg/>
    <a:wholeTbl>
      <a:tcTxStyle b="def" i="def">
        <a:fontRef idx="minor">
          <a:srgbClr val="6D6A67"/>
        </a:fontRef>
        <a:srgbClr val="6D6A67"/>
      </a:tcTxStyle>
      <a:tcStyle>
        <a:tcBdr>
          <a:left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EEBE2">
              <a:alpha val="85000"/>
            </a:srgbClr>
          </a:solidFill>
        </a:fill>
      </a:tcStyle>
    </a:band2H>
    <a:firstCol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D6D3CB"/>
              </a:solidFill>
              <a:prstDash val="solid"/>
              <a:miter lim="400000"/>
            </a:ln>
          </a:right>
          <a:top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D6D3CB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D6D3CB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D6D3CB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3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def" i="def">
        <a:fontRef idx="minor">
          <a:srgbClr val="6D6A67"/>
        </a:fontRef>
        <a:srgbClr val="6D6A6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D6D3CB"/>
              </a:solidFill>
              <a:prstDash val="solid"/>
              <a:miter lim="400000"/>
            </a:ln>
          </a:bottom>
          <a:insideH>
            <a:ln w="25400" cap="flat">
              <a:solidFill>
                <a:srgbClr val="D6D3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314864"/>
        </a:fontRef>
        <a:srgbClr val="314864"/>
      </a:tcTxStyle>
      <a:tcStyle>
        <a:tcBdr>
          <a:left>
            <a:ln w="12700" cap="flat">
              <a:solidFill>
                <a:srgbClr val="7695B6"/>
              </a:solidFill>
              <a:prstDash val="solid"/>
              <a:miter lim="400000"/>
            </a:ln>
          </a:left>
          <a:right>
            <a:ln w="12700" cap="flat">
              <a:solidFill>
                <a:srgbClr val="7695B6"/>
              </a:solidFill>
              <a:prstDash val="solid"/>
              <a:miter lim="400000"/>
            </a:ln>
          </a:right>
          <a:top>
            <a:ln w="12700" cap="flat">
              <a:solidFill>
                <a:srgbClr val="7695B6"/>
              </a:solidFill>
              <a:prstDash val="solid"/>
              <a:miter lim="400000"/>
            </a:ln>
          </a:top>
          <a:bottom>
            <a:ln w="12700" cap="flat">
              <a:solidFill>
                <a:srgbClr val="7695B6"/>
              </a:solidFill>
              <a:prstDash val="solid"/>
              <a:miter lim="400000"/>
            </a:ln>
          </a:bottom>
          <a:insideH>
            <a:ln w="12700" cap="flat">
              <a:solidFill>
                <a:srgbClr val="7695B6"/>
              </a:solidFill>
              <a:prstDash val="solid"/>
              <a:miter lim="400000"/>
            </a:ln>
          </a:insideH>
          <a:insideV>
            <a:ln w="12700" cap="flat">
              <a:solidFill>
                <a:srgbClr val="7695B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F6F4EF"/>
        </a:fontRef>
        <a:srgbClr val="F6F4E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7695B6"/>
              </a:solidFill>
              <a:prstDash val="solid"/>
              <a:miter lim="400000"/>
            </a:ln>
          </a:right>
          <a:top>
            <a:ln w="12700" cap="flat">
              <a:solidFill>
                <a:srgbClr val="7695B6"/>
              </a:solidFill>
              <a:prstDash val="solid"/>
              <a:miter lim="400000"/>
            </a:ln>
          </a:top>
          <a:bottom>
            <a:ln w="12700" cap="flat">
              <a:solidFill>
                <a:srgbClr val="7695B6"/>
              </a:solidFill>
              <a:prstDash val="solid"/>
              <a:miter lim="400000"/>
            </a:ln>
          </a:bottom>
          <a:insideH>
            <a:ln w="12700" cap="flat">
              <a:solidFill>
                <a:srgbClr val="7695B6"/>
              </a:solidFill>
              <a:prstDash val="solid"/>
              <a:miter lim="400000"/>
            </a:ln>
          </a:insideH>
          <a:insideV>
            <a:ln w="12700" cap="flat">
              <a:solidFill>
                <a:srgbClr val="7695B6"/>
              </a:solidFill>
              <a:prstDash val="solid"/>
              <a:miter lim="400000"/>
            </a:ln>
          </a:insideV>
        </a:tcBdr>
        <a:fill>
          <a:solidFill>
            <a:srgbClr val="9ABDE9"/>
          </a:solidFill>
        </a:fill>
      </a:tcStyle>
    </a:firstCol>
    <a:lastRow>
      <a:tcTxStyle b="off" i="off">
        <a:fontRef idx="minor">
          <a:srgbClr val="F6F4EF"/>
        </a:fontRef>
        <a:srgbClr val="F6F4EF"/>
      </a:tcTxStyle>
      <a:tcStyle>
        <a:tcBdr>
          <a:left>
            <a:ln w="12700" cap="flat">
              <a:solidFill>
                <a:srgbClr val="7695B6"/>
              </a:solidFill>
              <a:prstDash val="solid"/>
              <a:miter lim="400000"/>
            </a:ln>
          </a:left>
          <a:right>
            <a:ln w="12700" cap="flat">
              <a:solidFill>
                <a:srgbClr val="7695B6"/>
              </a:solidFill>
              <a:prstDash val="solid"/>
              <a:miter lim="400000"/>
            </a:ln>
          </a:right>
          <a:top>
            <a:ln w="12700" cap="flat">
              <a:solidFill>
                <a:srgbClr val="7695B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7695B6"/>
              </a:solidFill>
              <a:prstDash val="solid"/>
              <a:miter lim="400000"/>
            </a:ln>
          </a:insideH>
          <a:insideV>
            <a:ln w="12700" cap="flat">
              <a:solidFill>
                <a:srgbClr val="7695B6"/>
              </a:solidFill>
              <a:prstDash val="solid"/>
              <a:miter lim="400000"/>
            </a:ln>
          </a:insideV>
        </a:tcBdr>
        <a:fill>
          <a:solidFill>
            <a:srgbClr val="7996B9"/>
          </a:solidFill>
        </a:fill>
      </a:tcStyle>
    </a:lastRow>
    <a:firstRow>
      <a:tcTxStyle b="off" i="off">
        <a:fontRef idx="minor">
          <a:srgbClr val="F6F4EF"/>
        </a:fontRef>
        <a:srgbClr val="F6F4EF"/>
      </a:tcTxStyle>
      <a:tcStyle>
        <a:tcBdr>
          <a:left>
            <a:ln w="12700" cap="flat">
              <a:solidFill>
                <a:srgbClr val="7695B6"/>
              </a:solidFill>
              <a:prstDash val="solid"/>
              <a:miter lim="400000"/>
            </a:ln>
          </a:left>
          <a:right>
            <a:ln w="12700" cap="flat">
              <a:solidFill>
                <a:srgbClr val="7695B6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695B6"/>
              </a:solidFill>
              <a:prstDash val="solid"/>
              <a:miter lim="400000"/>
            </a:ln>
          </a:bottom>
          <a:insideH>
            <a:ln w="12700" cap="flat">
              <a:solidFill>
                <a:srgbClr val="7695B6"/>
              </a:solidFill>
              <a:prstDash val="solid"/>
              <a:miter lim="400000"/>
            </a:ln>
          </a:insideH>
          <a:insideV>
            <a:ln w="12700" cap="flat">
              <a:solidFill>
                <a:srgbClr val="7695B6"/>
              </a:solidFill>
              <a:prstDash val="solid"/>
              <a:miter lim="400000"/>
            </a:ln>
          </a:insideV>
        </a:tcBdr>
        <a:fill>
          <a:solidFill>
            <a:srgbClr val="7996B9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55" name="Shape 5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406400" y="8623300"/>
            <a:ext cx="12192001" cy="50927"/>
            <a:chOff x="0" y="0"/>
            <a:chExt cx="12192000" cy="50926"/>
          </a:xfrm>
        </p:grpSpPr>
        <p:sp>
          <p:nvSpPr>
            <p:cNvPr id="8" name="Shape 8"/>
            <p:cNvSpPr/>
            <p:nvPr/>
          </p:nvSpPr>
          <p:spPr>
            <a:xfrm>
              <a:off x="0" y="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" name="Shape 9"/>
            <p:cNvSpPr/>
            <p:nvPr/>
          </p:nvSpPr>
          <p:spPr>
            <a:xfrm>
              <a:off x="0" y="5080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11" name="Shape 11"/>
          <p:cNvSpPr/>
          <p:nvPr>
            <p:ph type="title"/>
          </p:nvPr>
        </p:nvSpPr>
        <p:spPr>
          <a:xfrm>
            <a:off x="355600" y="5905500"/>
            <a:ext cx="12293600" cy="21082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</a:lvl1pPr>
          </a:lstStyle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12" name="Shape 12"/>
          <p:cNvSpPr/>
          <p:nvPr>
            <p:ph type="body" idx="1"/>
          </p:nvPr>
        </p:nvSpPr>
        <p:spPr>
          <a:xfrm>
            <a:off x="355600" y="8001000"/>
            <a:ext cx="12293600" cy="50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just">
              <a:spcBef>
                <a:spcPts val="0"/>
              </a:spcBef>
              <a:buClrTx/>
              <a:buSzTx/>
              <a:buNone/>
              <a:defRPr sz="2400">
                <a:solidFill>
                  <a:srgbClr val="5C86B9"/>
                </a:solidFill>
              </a:defRPr>
            </a:lvl1pPr>
            <a:lvl2pPr marL="0" indent="0" algn="just">
              <a:spcBef>
                <a:spcPts val="0"/>
              </a:spcBef>
              <a:buClrTx/>
              <a:buSzTx/>
              <a:buNone/>
              <a:defRPr sz="2400">
                <a:solidFill>
                  <a:srgbClr val="5C86B9"/>
                </a:solidFill>
              </a:defRPr>
            </a:lvl2pPr>
            <a:lvl3pPr marL="0" indent="0" algn="just">
              <a:spcBef>
                <a:spcPts val="0"/>
              </a:spcBef>
              <a:buClrTx/>
              <a:buSzTx/>
              <a:buNone/>
              <a:defRPr sz="2400">
                <a:solidFill>
                  <a:srgbClr val="5C86B9"/>
                </a:solidFill>
              </a:defRPr>
            </a:lvl3pPr>
            <a:lvl4pPr marL="0" indent="0" algn="just">
              <a:spcBef>
                <a:spcPts val="0"/>
              </a:spcBef>
              <a:buClrTx/>
              <a:buSzTx/>
              <a:buNone/>
              <a:defRPr sz="2400">
                <a:solidFill>
                  <a:srgbClr val="5C86B9"/>
                </a:solidFill>
              </a:defRPr>
            </a:lvl4pPr>
            <a:lvl5pPr marL="0" indent="0" algn="just">
              <a:spcBef>
                <a:spcPts val="0"/>
              </a:spcBef>
              <a:buClrTx/>
              <a:buSzTx/>
              <a:buNone/>
              <a:defRPr sz="2400">
                <a:solidFill>
                  <a:srgbClr val="5C86B9"/>
                </a:solidFill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One</a:t>
            </a:r>
            <a:endParaRPr sz="2400">
              <a:solidFill>
                <a:srgbClr val="5C86B9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Two</a:t>
            </a:r>
            <a:endParaRPr sz="2400">
              <a:solidFill>
                <a:srgbClr val="5C86B9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Three</a:t>
            </a:r>
            <a:endParaRPr sz="2400">
              <a:solidFill>
                <a:srgbClr val="5C86B9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Four</a:t>
            </a:r>
            <a:endParaRPr sz="2400">
              <a:solidFill>
                <a:srgbClr val="5C86B9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15" name="Shape 15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Body Level One</a:t>
            </a:r>
            <a:endParaRPr sz="3000"/>
          </a:p>
          <a:p>
            <a:pPr lvl="1">
              <a:defRPr sz="1800"/>
            </a:pPr>
            <a:r>
              <a:rPr sz="3000"/>
              <a:t>Body Level Two</a:t>
            </a:r>
            <a:endParaRPr sz="3000"/>
          </a:p>
          <a:p>
            <a:pPr lvl="2">
              <a:defRPr sz="1800"/>
            </a:pPr>
            <a:r>
              <a:rPr sz="3000"/>
              <a:t>Body Level Three</a:t>
            </a:r>
            <a:endParaRPr sz="3000"/>
          </a:p>
          <a:p>
            <a:pPr lvl="3">
              <a:defRPr sz="1800"/>
            </a:pPr>
            <a:r>
              <a:rPr sz="3000"/>
              <a:t>Body Level Four</a:t>
            </a:r>
            <a:endParaRPr sz="3000"/>
          </a:p>
          <a:p>
            <a:pPr lvl="4">
              <a:defRPr sz="1800"/>
            </a:pPr>
            <a:r>
              <a:rPr sz="3000"/>
              <a:t>Body Level Five</a:t>
            </a:r>
          </a:p>
        </p:txBody>
      </p:sp>
    </p:spTree>
  </p:cSld>
  <p:clrMapOvr>
    <a:masterClrMapping/>
  </p:clrMapOvr>
  <p:transition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18" name="Shape 18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 lIns="0" tIns="0" rIns="0" bIns="0" numCol="2" spcCol="614680" anchor="t"/>
          <a:lstStyle/>
          <a:p>
            <a:pPr lvl="0">
              <a:defRPr sz="1800"/>
            </a:pPr>
            <a:r>
              <a:rPr sz="3000"/>
              <a:t>Body Level One</a:t>
            </a:r>
            <a:endParaRPr sz="3000"/>
          </a:p>
          <a:p>
            <a:pPr lvl="1">
              <a:defRPr sz="1800"/>
            </a:pPr>
            <a:r>
              <a:rPr sz="3000"/>
              <a:t>Body Level Two</a:t>
            </a:r>
            <a:endParaRPr sz="3000"/>
          </a:p>
          <a:p>
            <a:pPr lvl="2">
              <a:defRPr sz="1800"/>
            </a:pPr>
            <a:r>
              <a:rPr sz="3000"/>
              <a:t>Body Level Three</a:t>
            </a:r>
            <a:endParaRPr sz="3000"/>
          </a:p>
          <a:p>
            <a:pPr lvl="3">
              <a:defRPr sz="1800"/>
            </a:pPr>
            <a:r>
              <a:rPr sz="3000"/>
              <a:t>Body Level Four</a:t>
            </a:r>
            <a:endParaRPr sz="3000"/>
          </a:p>
          <a:p>
            <a:pPr lvl="4">
              <a:defRPr sz="1800"/>
            </a:pPr>
            <a:r>
              <a:rPr sz="3000"/>
              <a:t>Body Level Five</a:t>
            </a:r>
          </a:p>
        </p:txBody>
      </p:sp>
    </p:spTree>
  </p:cSld>
  <p:clrMapOvr>
    <a:masterClrMapping/>
  </p:clrMapOvr>
  <p:transition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body" idx="1"/>
          </p:nvPr>
        </p:nvSpPr>
        <p:spPr>
          <a:xfrm>
            <a:off x="355600" y="444500"/>
            <a:ext cx="12293600" cy="886460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 sz="3800"/>
            </a:lvl1pPr>
            <a:lvl2pPr>
              <a:lnSpc>
                <a:spcPct val="120000"/>
              </a:lnSpc>
              <a:defRPr sz="3800"/>
            </a:lvl2pPr>
            <a:lvl3pPr>
              <a:lnSpc>
                <a:spcPct val="120000"/>
              </a:lnSpc>
              <a:defRPr sz="3800"/>
            </a:lvl3pPr>
            <a:lvl4pPr>
              <a:lnSpc>
                <a:spcPct val="120000"/>
              </a:lnSpc>
              <a:defRPr sz="3800"/>
            </a:lvl4pPr>
            <a:lvl5pPr>
              <a:lnSpc>
                <a:spcPct val="120000"/>
              </a:lnSpc>
              <a:defRPr sz="3800"/>
            </a:lvl5pPr>
          </a:lstStyle>
          <a:p>
            <a:pPr lvl="0">
              <a:defRPr sz="1800"/>
            </a:pPr>
            <a:r>
              <a:rPr sz="3800"/>
              <a:t>Body Level One</a:t>
            </a:r>
            <a:endParaRPr sz="3800"/>
          </a:p>
          <a:p>
            <a:pPr lvl="1">
              <a:defRPr sz="1800"/>
            </a:pPr>
            <a:r>
              <a:rPr sz="3800"/>
              <a:t>Body Level Two</a:t>
            </a:r>
            <a:endParaRPr sz="3800"/>
          </a:p>
          <a:p>
            <a:pPr lvl="2">
              <a:defRPr sz="1800"/>
            </a:pPr>
            <a:r>
              <a:rPr sz="3800"/>
              <a:t>Body Level Three</a:t>
            </a:r>
            <a:endParaRPr sz="3800"/>
          </a:p>
          <a:p>
            <a:pPr lvl="3">
              <a:defRPr sz="1800"/>
            </a:pPr>
            <a:r>
              <a:rPr sz="3800"/>
              <a:t>Body Level Four</a:t>
            </a:r>
            <a:endParaRPr sz="3800"/>
          </a:p>
          <a:p>
            <a:pPr lvl="4">
              <a:defRPr sz="1800"/>
            </a:pPr>
            <a:r>
              <a:rPr sz="3800"/>
              <a:t>Body Level Five</a:t>
            </a:r>
          </a:p>
        </p:txBody>
      </p:sp>
    </p:spTree>
  </p:cSld>
  <p:clrMapOvr>
    <a:masterClrMapping/>
  </p:clrMapOvr>
  <p:transition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24863"/>
                </a:solidFill>
              </a:defRPr>
            </a:lvl1pPr>
          </a:lstStyle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24863"/>
                </a:solidFill>
              </a:rPr>
              <a:t>Title Text</a:t>
            </a:r>
          </a:p>
        </p:txBody>
      </p:sp>
    </p:spTree>
  </p:cSld>
  <p:clrMapOvr>
    <a:masterClrMapping/>
  </p:clrMapOvr>
  <p:transition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7"/>
          <p:cNvGrpSpPr/>
          <p:nvPr/>
        </p:nvGrpSpPr>
        <p:grpSpPr>
          <a:xfrm>
            <a:off x="406400" y="4864100"/>
            <a:ext cx="12192001" cy="50927"/>
            <a:chOff x="0" y="0"/>
            <a:chExt cx="12192000" cy="50926"/>
          </a:xfrm>
        </p:grpSpPr>
        <p:sp>
          <p:nvSpPr>
            <p:cNvPr id="25" name="Shape 25"/>
            <p:cNvSpPr/>
            <p:nvPr/>
          </p:nvSpPr>
          <p:spPr>
            <a:xfrm>
              <a:off x="0" y="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6" name="Shape 26"/>
            <p:cNvSpPr/>
            <p:nvPr/>
          </p:nvSpPr>
          <p:spPr>
            <a:xfrm>
              <a:off x="0" y="5080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28" name="Shape 28"/>
          <p:cNvSpPr/>
          <p:nvPr>
            <p:ph type="title"/>
          </p:nvPr>
        </p:nvSpPr>
        <p:spPr>
          <a:xfrm>
            <a:off x="355600" y="2628900"/>
            <a:ext cx="12293600" cy="21082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</a:lvl1pPr>
          </a:lstStyle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Title Text</a:t>
            </a:r>
          </a:p>
        </p:txBody>
      </p:sp>
    </p:spTree>
  </p:cSld>
  <p:clrMapOvr>
    <a:masterClrMapping/>
  </p:clrMapOvr>
  <p:transition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2"/>
          <p:cNvGrpSpPr/>
          <p:nvPr/>
        </p:nvGrpSpPr>
        <p:grpSpPr>
          <a:xfrm>
            <a:off x="406400" y="8623300"/>
            <a:ext cx="12192001" cy="50927"/>
            <a:chOff x="0" y="0"/>
            <a:chExt cx="12192000" cy="50926"/>
          </a:xfrm>
        </p:grpSpPr>
        <p:sp>
          <p:nvSpPr>
            <p:cNvPr id="30" name="Shape 30"/>
            <p:cNvSpPr/>
            <p:nvPr/>
          </p:nvSpPr>
          <p:spPr>
            <a:xfrm>
              <a:off x="0" y="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" name="Shape 31"/>
            <p:cNvSpPr/>
            <p:nvPr/>
          </p:nvSpPr>
          <p:spPr>
            <a:xfrm>
              <a:off x="0" y="5080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33" name="Shape 33"/>
          <p:cNvSpPr/>
          <p:nvPr>
            <p:ph type="title"/>
          </p:nvPr>
        </p:nvSpPr>
        <p:spPr>
          <a:xfrm>
            <a:off x="355600" y="6908800"/>
            <a:ext cx="12293600" cy="110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</a:lvl1pPr>
          </a:lstStyle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34" name="Shape 34"/>
          <p:cNvSpPr/>
          <p:nvPr>
            <p:ph type="body" idx="1"/>
          </p:nvPr>
        </p:nvSpPr>
        <p:spPr>
          <a:xfrm>
            <a:off x="355600" y="8001000"/>
            <a:ext cx="12293600" cy="50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just">
              <a:spcBef>
                <a:spcPts val="0"/>
              </a:spcBef>
              <a:buClrTx/>
              <a:buSzTx/>
              <a:buNone/>
              <a:defRPr sz="2400">
                <a:solidFill>
                  <a:srgbClr val="5C86B9"/>
                </a:solidFill>
              </a:defRPr>
            </a:lvl1pPr>
            <a:lvl2pPr marL="0" indent="0" algn="just">
              <a:spcBef>
                <a:spcPts val="0"/>
              </a:spcBef>
              <a:buClrTx/>
              <a:buSzTx/>
              <a:buNone/>
              <a:defRPr sz="2400">
                <a:solidFill>
                  <a:srgbClr val="5C86B9"/>
                </a:solidFill>
              </a:defRPr>
            </a:lvl2pPr>
            <a:lvl3pPr marL="0" indent="0" algn="just">
              <a:spcBef>
                <a:spcPts val="0"/>
              </a:spcBef>
              <a:buClrTx/>
              <a:buSzTx/>
              <a:buNone/>
              <a:defRPr sz="2400">
                <a:solidFill>
                  <a:srgbClr val="5C86B9"/>
                </a:solidFill>
              </a:defRPr>
            </a:lvl3pPr>
            <a:lvl4pPr marL="0" indent="0" algn="just">
              <a:spcBef>
                <a:spcPts val="0"/>
              </a:spcBef>
              <a:buClrTx/>
              <a:buSzTx/>
              <a:buNone/>
              <a:defRPr sz="2400">
                <a:solidFill>
                  <a:srgbClr val="5C86B9"/>
                </a:solidFill>
              </a:defRPr>
            </a:lvl4pPr>
            <a:lvl5pPr marL="0" indent="0" algn="just">
              <a:spcBef>
                <a:spcPts val="0"/>
              </a:spcBef>
              <a:buClrTx/>
              <a:buSzTx/>
              <a:buNone/>
              <a:defRPr sz="2400">
                <a:solidFill>
                  <a:srgbClr val="5C86B9"/>
                </a:solidFill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One</a:t>
            </a:r>
            <a:endParaRPr sz="2400">
              <a:solidFill>
                <a:srgbClr val="5C86B9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Two</a:t>
            </a:r>
            <a:endParaRPr sz="2400">
              <a:solidFill>
                <a:srgbClr val="5C86B9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Three</a:t>
            </a:r>
            <a:endParaRPr sz="2400">
              <a:solidFill>
                <a:srgbClr val="5C86B9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Four</a:t>
            </a:r>
            <a:endParaRPr sz="2400">
              <a:solidFill>
                <a:srgbClr val="5C86B9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Photo - 2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9"/>
          <p:cNvGrpSpPr/>
          <p:nvPr/>
        </p:nvGrpSpPr>
        <p:grpSpPr>
          <a:xfrm>
            <a:off x="406400" y="5270500"/>
            <a:ext cx="5689600" cy="50927"/>
            <a:chOff x="0" y="0"/>
            <a:chExt cx="5689600" cy="50926"/>
          </a:xfrm>
        </p:grpSpPr>
        <p:sp>
          <p:nvSpPr>
            <p:cNvPr id="37" name="Shape 37"/>
            <p:cNvSpPr/>
            <p:nvPr/>
          </p:nvSpPr>
          <p:spPr>
            <a:xfrm>
              <a:off x="0" y="0"/>
              <a:ext cx="5689600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" name="Shape 38"/>
            <p:cNvSpPr/>
            <p:nvPr/>
          </p:nvSpPr>
          <p:spPr>
            <a:xfrm>
              <a:off x="0" y="50800"/>
              <a:ext cx="5689600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40" name="Shape 40"/>
          <p:cNvSpPr/>
          <p:nvPr>
            <p:ph type="title"/>
          </p:nvPr>
        </p:nvSpPr>
        <p:spPr>
          <a:xfrm>
            <a:off x="355600" y="1930400"/>
            <a:ext cx="5816600" cy="32385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</a:lvl1pPr>
          </a:lstStyle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41" name="Shape 41"/>
          <p:cNvSpPr/>
          <p:nvPr>
            <p:ph type="body" idx="1"/>
          </p:nvPr>
        </p:nvSpPr>
        <p:spPr>
          <a:xfrm>
            <a:off x="355600" y="5410200"/>
            <a:ext cx="5816600" cy="16637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SzTx/>
              <a:buNone/>
              <a:defRPr sz="2400">
                <a:solidFill>
                  <a:srgbClr val="5C86B9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SzTx/>
              <a:buNone/>
              <a:defRPr sz="2400">
                <a:solidFill>
                  <a:srgbClr val="5C86B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0"/>
              </a:spcBef>
              <a:buSzTx/>
              <a:buNone/>
              <a:defRPr sz="2400">
                <a:solidFill>
                  <a:srgbClr val="5C86B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0"/>
              </a:spcBef>
              <a:buSzTx/>
              <a:buNone/>
              <a:defRPr sz="2400">
                <a:solidFill>
                  <a:srgbClr val="5C86B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0"/>
              </a:spcBef>
              <a:buSzTx/>
              <a:buNone/>
              <a:defRPr sz="2400">
                <a:solidFill>
                  <a:srgbClr val="5C86B9"/>
                </a:solidFill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One</a:t>
            </a:r>
            <a:endParaRPr sz="2400">
              <a:solidFill>
                <a:srgbClr val="5C86B9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Two</a:t>
            </a:r>
            <a:endParaRPr sz="2400">
              <a:solidFill>
                <a:srgbClr val="5C86B9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Three</a:t>
            </a:r>
            <a:endParaRPr sz="2400">
              <a:solidFill>
                <a:srgbClr val="5C86B9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Four</a:t>
            </a:r>
            <a:endParaRPr sz="2400">
              <a:solidFill>
                <a:srgbClr val="5C86B9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5"/>
          <p:cNvGrpSpPr/>
          <p:nvPr/>
        </p:nvGrpSpPr>
        <p:grpSpPr>
          <a:xfrm>
            <a:off x="406400" y="2565400"/>
            <a:ext cx="5689600" cy="50927"/>
            <a:chOff x="0" y="0"/>
            <a:chExt cx="5689600" cy="50926"/>
          </a:xfrm>
        </p:grpSpPr>
        <p:sp>
          <p:nvSpPr>
            <p:cNvPr id="43" name="Shape 43"/>
            <p:cNvSpPr/>
            <p:nvPr/>
          </p:nvSpPr>
          <p:spPr>
            <a:xfrm>
              <a:off x="0" y="0"/>
              <a:ext cx="5689600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" name="Shape 44"/>
            <p:cNvSpPr/>
            <p:nvPr/>
          </p:nvSpPr>
          <p:spPr>
            <a:xfrm>
              <a:off x="0" y="50800"/>
              <a:ext cx="5689600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46" name="Shape 46"/>
          <p:cNvSpPr/>
          <p:nvPr>
            <p:ph type="title"/>
          </p:nvPr>
        </p:nvSpPr>
        <p:spPr>
          <a:xfrm>
            <a:off x="355600" y="444500"/>
            <a:ext cx="5816600" cy="2044700"/>
          </a:xfrm>
          <a:prstGeom prst="rect">
            <a:avLst/>
          </a:prstGeom>
        </p:spPr>
        <p:txBody>
          <a:bodyPr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47" name="Shape 47"/>
          <p:cNvSpPr/>
          <p:nvPr>
            <p:ph type="body" idx="1"/>
          </p:nvPr>
        </p:nvSpPr>
        <p:spPr>
          <a:xfrm>
            <a:off x="355600" y="2984500"/>
            <a:ext cx="5816600" cy="63246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Body Level One</a:t>
            </a:r>
            <a:endParaRPr sz="3000"/>
          </a:p>
          <a:p>
            <a:pPr lvl="1">
              <a:defRPr sz="1800"/>
            </a:pPr>
            <a:r>
              <a:rPr sz="3000"/>
              <a:t>Body Level Two</a:t>
            </a:r>
            <a:endParaRPr sz="3000"/>
          </a:p>
          <a:p>
            <a:pPr lvl="2">
              <a:defRPr sz="1800"/>
            </a:pPr>
            <a:r>
              <a:rPr sz="3000"/>
              <a:t>Body Level Three</a:t>
            </a:r>
            <a:endParaRPr sz="3000"/>
          </a:p>
          <a:p>
            <a:pPr lvl="3">
              <a:defRPr sz="1800"/>
            </a:pPr>
            <a:r>
              <a:rPr sz="3000"/>
              <a:t>Body Level Four</a:t>
            </a:r>
            <a:endParaRPr sz="3000"/>
          </a:p>
          <a:p>
            <a:pPr lvl="4">
              <a:defRPr sz="1800"/>
            </a:pPr>
            <a:r>
              <a:rPr sz="3000"/>
              <a:t>Body Level Five</a:t>
            </a:r>
          </a:p>
        </p:txBody>
      </p:sp>
    </p:spTree>
  </p:cSld>
  <p:clrMapOvr>
    <a:masterClrMapping/>
  </p:clrMapOvr>
  <p:transition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50" name="Shape 50"/>
          <p:cNvSpPr/>
          <p:nvPr>
            <p:ph type="body" idx="1"/>
          </p:nvPr>
        </p:nvSpPr>
        <p:spPr>
          <a:xfrm>
            <a:off x="355600" y="2984500"/>
            <a:ext cx="5892800" cy="63246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Body Level One</a:t>
            </a:r>
            <a:endParaRPr sz="3000"/>
          </a:p>
          <a:p>
            <a:pPr lvl="1">
              <a:defRPr sz="1800"/>
            </a:pPr>
            <a:r>
              <a:rPr sz="3000"/>
              <a:t>Body Level Two</a:t>
            </a:r>
            <a:endParaRPr sz="3000"/>
          </a:p>
          <a:p>
            <a:pPr lvl="2">
              <a:defRPr sz="1800"/>
            </a:pPr>
            <a:r>
              <a:rPr sz="3000"/>
              <a:t>Body Level Three</a:t>
            </a:r>
            <a:endParaRPr sz="3000"/>
          </a:p>
          <a:p>
            <a:pPr lvl="3">
              <a:defRPr sz="1800"/>
            </a:pPr>
            <a:r>
              <a:rPr sz="3000"/>
              <a:t>Body Level Four</a:t>
            </a:r>
            <a:endParaRPr sz="3000"/>
          </a:p>
          <a:p>
            <a:pPr lvl="4">
              <a:defRPr sz="1800"/>
            </a:pPr>
            <a:r>
              <a:rPr sz="3000"/>
              <a:t>Body Level Five</a:t>
            </a:r>
          </a:p>
        </p:txBody>
      </p:sp>
    </p:spTree>
  </p:cSld>
  <p:clrMapOvr>
    <a:masterClrMapping/>
  </p:clrMapOvr>
  <p:transition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53" name="Shape 53"/>
          <p:cNvSpPr/>
          <p:nvPr>
            <p:ph type="body" idx="1"/>
          </p:nvPr>
        </p:nvSpPr>
        <p:spPr>
          <a:xfrm>
            <a:off x="6756400" y="2984500"/>
            <a:ext cx="5892800" cy="63246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Body Level One</a:t>
            </a:r>
            <a:endParaRPr sz="3000"/>
          </a:p>
          <a:p>
            <a:pPr lvl="1">
              <a:defRPr sz="1800"/>
            </a:pPr>
            <a:r>
              <a:rPr sz="3000"/>
              <a:t>Body Level Two</a:t>
            </a:r>
            <a:endParaRPr sz="3000"/>
          </a:p>
          <a:p>
            <a:pPr lvl="2">
              <a:defRPr sz="1800"/>
            </a:pPr>
            <a:r>
              <a:rPr sz="3000"/>
              <a:t>Body Level Three</a:t>
            </a:r>
            <a:endParaRPr sz="3000"/>
          </a:p>
          <a:p>
            <a:pPr lvl="3">
              <a:defRPr sz="1800"/>
            </a:pPr>
            <a:r>
              <a:rPr sz="3000"/>
              <a:t>Body Level Four</a:t>
            </a:r>
            <a:endParaRPr sz="3000"/>
          </a:p>
          <a:p>
            <a:pPr lvl="4">
              <a:defRPr sz="1800"/>
            </a:pPr>
            <a:r>
              <a:rPr sz="3000"/>
              <a:t>Body Level Five</a:t>
            </a:r>
          </a:p>
        </p:txBody>
      </p:sp>
    </p:spTree>
  </p:cSld>
  <p:clrMapOvr>
    <a:masterClrMapping/>
  </p:clrMapOvr>
  <p:transition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06400" y="2565400"/>
            <a:ext cx="12192001" cy="50927"/>
            <a:chOff x="0" y="0"/>
            <a:chExt cx="12192000" cy="50926"/>
          </a:xfrm>
        </p:grpSpPr>
        <p:sp>
          <p:nvSpPr>
            <p:cNvPr id="2" name="Shape 2"/>
            <p:cNvSpPr/>
            <p:nvPr/>
          </p:nvSpPr>
          <p:spPr>
            <a:xfrm>
              <a:off x="0" y="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" name="Shape 3"/>
            <p:cNvSpPr/>
            <p:nvPr/>
          </p:nvSpPr>
          <p:spPr>
            <a:xfrm>
              <a:off x="0" y="5080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5" name="Shape 5"/>
          <p:cNvSpPr/>
          <p:nvPr>
            <p:ph type="title"/>
          </p:nvPr>
        </p:nvSpPr>
        <p:spPr>
          <a:xfrm>
            <a:off x="355600" y="444500"/>
            <a:ext cx="12293600" cy="204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6" name="Shape 6"/>
          <p:cNvSpPr/>
          <p:nvPr>
            <p:ph type="body" idx="1"/>
          </p:nvPr>
        </p:nvSpPr>
        <p:spPr>
          <a:xfrm>
            <a:off x="355600" y="2984500"/>
            <a:ext cx="12293600" cy="632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0">
              <a:defRPr sz="1800"/>
            </a:pPr>
            <a:r>
              <a:rPr sz="3000"/>
              <a:t>Body Level One</a:t>
            </a:r>
            <a:endParaRPr sz="3000"/>
          </a:p>
          <a:p>
            <a:pPr lvl="1">
              <a:defRPr sz="1800"/>
            </a:pPr>
            <a:r>
              <a:rPr sz="3000"/>
              <a:t>Body Level Two</a:t>
            </a:r>
            <a:endParaRPr sz="3000"/>
          </a:p>
          <a:p>
            <a:pPr lvl="2">
              <a:defRPr sz="1800"/>
            </a:pPr>
            <a:r>
              <a:rPr sz="3000"/>
              <a:t>Body Level Three</a:t>
            </a:r>
            <a:endParaRPr sz="3000"/>
          </a:p>
          <a:p>
            <a:pPr lvl="3">
              <a:defRPr sz="1800"/>
            </a:pPr>
            <a:r>
              <a:rPr sz="3000"/>
              <a:t>Body Level Four</a:t>
            </a:r>
            <a:endParaRPr sz="3000"/>
          </a:p>
          <a:p>
            <a:pPr lvl="4">
              <a:defRPr sz="1800"/>
            </a:pPr>
            <a:r>
              <a:rPr sz="3000"/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 advClick="1"/>
  <p:txStyles>
    <p:titleStyle>
      <a:lvl1pPr defTabSz="584200">
        <a:lnSpc>
          <a:spcPct val="90000"/>
        </a:lnSpc>
        <a:defRPr spc="-128" sz="6400">
          <a:solidFill>
            <a:srgbClr val="314864"/>
          </a:solidFill>
          <a:latin typeface="+mj-lt"/>
          <a:ea typeface="+mj-ea"/>
          <a:cs typeface="+mj-cs"/>
          <a:sym typeface="Didot"/>
        </a:defRPr>
      </a:lvl1pPr>
      <a:lvl2pPr indent="228600" defTabSz="584200">
        <a:lnSpc>
          <a:spcPct val="90000"/>
        </a:lnSpc>
        <a:defRPr spc="-128" sz="6400">
          <a:solidFill>
            <a:srgbClr val="314864"/>
          </a:solidFill>
          <a:latin typeface="+mj-lt"/>
          <a:ea typeface="+mj-ea"/>
          <a:cs typeface="+mj-cs"/>
          <a:sym typeface="Didot"/>
        </a:defRPr>
      </a:lvl2pPr>
      <a:lvl3pPr indent="457200" defTabSz="584200">
        <a:lnSpc>
          <a:spcPct val="90000"/>
        </a:lnSpc>
        <a:defRPr spc="-128" sz="6400">
          <a:solidFill>
            <a:srgbClr val="314864"/>
          </a:solidFill>
          <a:latin typeface="+mj-lt"/>
          <a:ea typeface="+mj-ea"/>
          <a:cs typeface="+mj-cs"/>
          <a:sym typeface="Didot"/>
        </a:defRPr>
      </a:lvl3pPr>
      <a:lvl4pPr indent="685800" defTabSz="584200">
        <a:lnSpc>
          <a:spcPct val="90000"/>
        </a:lnSpc>
        <a:defRPr spc="-128" sz="6400">
          <a:solidFill>
            <a:srgbClr val="314864"/>
          </a:solidFill>
          <a:latin typeface="+mj-lt"/>
          <a:ea typeface="+mj-ea"/>
          <a:cs typeface="+mj-cs"/>
          <a:sym typeface="Didot"/>
        </a:defRPr>
      </a:lvl4pPr>
      <a:lvl5pPr indent="914400" defTabSz="584200">
        <a:lnSpc>
          <a:spcPct val="90000"/>
        </a:lnSpc>
        <a:defRPr spc="-128" sz="6400">
          <a:solidFill>
            <a:srgbClr val="314864"/>
          </a:solidFill>
          <a:latin typeface="+mj-lt"/>
          <a:ea typeface="+mj-ea"/>
          <a:cs typeface="+mj-cs"/>
          <a:sym typeface="Didot"/>
        </a:defRPr>
      </a:lvl5pPr>
      <a:lvl6pPr indent="1143000" defTabSz="584200">
        <a:lnSpc>
          <a:spcPct val="90000"/>
        </a:lnSpc>
        <a:defRPr spc="-128" sz="6400">
          <a:solidFill>
            <a:srgbClr val="314864"/>
          </a:solidFill>
          <a:latin typeface="+mj-lt"/>
          <a:ea typeface="+mj-ea"/>
          <a:cs typeface="+mj-cs"/>
          <a:sym typeface="Didot"/>
        </a:defRPr>
      </a:lvl6pPr>
      <a:lvl7pPr indent="1371600" defTabSz="584200">
        <a:lnSpc>
          <a:spcPct val="90000"/>
        </a:lnSpc>
        <a:defRPr spc="-128" sz="6400">
          <a:solidFill>
            <a:srgbClr val="314864"/>
          </a:solidFill>
          <a:latin typeface="+mj-lt"/>
          <a:ea typeface="+mj-ea"/>
          <a:cs typeface="+mj-cs"/>
          <a:sym typeface="Didot"/>
        </a:defRPr>
      </a:lvl7pPr>
      <a:lvl8pPr indent="1600200" defTabSz="584200">
        <a:lnSpc>
          <a:spcPct val="90000"/>
        </a:lnSpc>
        <a:defRPr spc="-128" sz="6400">
          <a:solidFill>
            <a:srgbClr val="314864"/>
          </a:solidFill>
          <a:latin typeface="+mj-lt"/>
          <a:ea typeface="+mj-ea"/>
          <a:cs typeface="+mj-cs"/>
          <a:sym typeface="Didot"/>
        </a:defRPr>
      </a:lvl8pPr>
      <a:lvl9pPr indent="1828800" defTabSz="584200">
        <a:lnSpc>
          <a:spcPct val="90000"/>
        </a:lnSpc>
        <a:defRPr spc="-128" sz="6400">
          <a:solidFill>
            <a:srgbClr val="314864"/>
          </a:solidFill>
          <a:latin typeface="+mj-lt"/>
          <a:ea typeface="+mj-ea"/>
          <a:cs typeface="+mj-cs"/>
          <a:sym typeface="Didot"/>
        </a:defRPr>
      </a:lvl9pPr>
    </p:titleStyle>
    <p:bodyStyle>
      <a:lvl1pPr marL="368300" indent="-368300" defTabSz="584200">
        <a:lnSpc>
          <a:spcPct val="90000"/>
        </a:lnSpc>
        <a:spcBef>
          <a:spcPts val="3800"/>
        </a:spcBef>
        <a:buClr>
          <a:srgbClr val="5C86B9"/>
        </a:buClr>
        <a:buSzPct val="50000"/>
        <a:buFont typeface="Zapf Dingbats"/>
        <a:buChar char="✤"/>
        <a:defRPr sz="3000">
          <a:latin typeface="+mn-lt"/>
          <a:ea typeface="+mn-ea"/>
          <a:cs typeface="+mn-cs"/>
          <a:sym typeface="Palatino"/>
        </a:defRPr>
      </a:lvl1pPr>
      <a:lvl2pPr marL="812800" indent="-368300" defTabSz="584200">
        <a:lnSpc>
          <a:spcPct val="90000"/>
        </a:lnSpc>
        <a:spcBef>
          <a:spcPts val="3800"/>
        </a:spcBef>
        <a:buClr>
          <a:srgbClr val="5C86B9"/>
        </a:buClr>
        <a:buSzPct val="50000"/>
        <a:buFont typeface="Zapf Dingbats"/>
        <a:buChar char="✤"/>
        <a:defRPr sz="3000">
          <a:latin typeface="+mn-lt"/>
          <a:ea typeface="+mn-ea"/>
          <a:cs typeface="+mn-cs"/>
          <a:sym typeface="Palatino"/>
        </a:defRPr>
      </a:lvl2pPr>
      <a:lvl3pPr marL="1257300" indent="-368300" defTabSz="584200">
        <a:lnSpc>
          <a:spcPct val="90000"/>
        </a:lnSpc>
        <a:spcBef>
          <a:spcPts val="3800"/>
        </a:spcBef>
        <a:buClr>
          <a:srgbClr val="5C86B9"/>
        </a:buClr>
        <a:buSzPct val="50000"/>
        <a:buFont typeface="Zapf Dingbats"/>
        <a:buChar char="✤"/>
        <a:defRPr sz="3000">
          <a:latin typeface="+mn-lt"/>
          <a:ea typeface="+mn-ea"/>
          <a:cs typeface="+mn-cs"/>
          <a:sym typeface="Palatino"/>
        </a:defRPr>
      </a:lvl3pPr>
      <a:lvl4pPr marL="1701800" indent="-368300" defTabSz="584200">
        <a:lnSpc>
          <a:spcPct val="90000"/>
        </a:lnSpc>
        <a:spcBef>
          <a:spcPts val="3800"/>
        </a:spcBef>
        <a:buClr>
          <a:srgbClr val="5C86B9"/>
        </a:buClr>
        <a:buSzPct val="50000"/>
        <a:buFont typeface="Zapf Dingbats"/>
        <a:buChar char="✤"/>
        <a:defRPr sz="3000">
          <a:latin typeface="+mn-lt"/>
          <a:ea typeface="+mn-ea"/>
          <a:cs typeface="+mn-cs"/>
          <a:sym typeface="Palatino"/>
        </a:defRPr>
      </a:lvl4pPr>
      <a:lvl5pPr marL="2146300" indent="-368300" defTabSz="584200">
        <a:lnSpc>
          <a:spcPct val="90000"/>
        </a:lnSpc>
        <a:spcBef>
          <a:spcPts val="3800"/>
        </a:spcBef>
        <a:buClr>
          <a:srgbClr val="5C86B9"/>
        </a:buClr>
        <a:buSzPct val="50000"/>
        <a:buFont typeface="Zapf Dingbats"/>
        <a:buChar char="✤"/>
        <a:defRPr sz="3000">
          <a:latin typeface="+mn-lt"/>
          <a:ea typeface="+mn-ea"/>
          <a:cs typeface="+mn-cs"/>
          <a:sym typeface="Palatino"/>
        </a:defRPr>
      </a:lvl5pPr>
      <a:lvl6pPr marL="2590800" indent="-368300" defTabSz="584200">
        <a:lnSpc>
          <a:spcPct val="90000"/>
        </a:lnSpc>
        <a:spcBef>
          <a:spcPts val="3800"/>
        </a:spcBef>
        <a:buClr>
          <a:srgbClr val="5C86B9"/>
        </a:buClr>
        <a:buSzPct val="50000"/>
        <a:buFont typeface="Zapf Dingbats"/>
        <a:buChar char="✤"/>
        <a:defRPr sz="3000">
          <a:latin typeface="+mn-lt"/>
          <a:ea typeface="+mn-ea"/>
          <a:cs typeface="+mn-cs"/>
          <a:sym typeface="Palatino"/>
        </a:defRPr>
      </a:lvl6pPr>
      <a:lvl7pPr marL="3035300" indent="-368300" defTabSz="584200">
        <a:lnSpc>
          <a:spcPct val="90000"/>
        </a:lnSpc>
        <a:spcBef>
          <a:spcPts val="3800"/>
        </a:spcBef>
        <a:buClr>
          <a:srgbClr val="5C86B9"/>
        </a:buClr>
        <a:buSzPct val="50000"/>
        <a:buFont typeface="Zapf Dingbats"/>
        <a:buChar char="✤"/>
        <a:defRPr sz="3000">
          <a:latin typeface="+mn-lt"/>
          <a:ea typeface="+mn-ea"/>
          <a:cs typeface="+mn-cs"/>
          <a:sym typeface="Palatino"/>
        </a:defRPr>
      </a:lvl7pPr>
      <a:lvl8pPr marL="3479800" indent="-368300" defTabSz="584200">
        <a:lnSpc>
          <a:spcPct val="90000"/>
        </a:lnSpc>
        <a:spcBef>
          <a:spcPts val="3800"/>
        </a:spcBef>
        <a:buClr>
          <a:srgbClr val="5C86B9"/>
        </a:buClr>
        <a:buSzPct val="50000"/>
        <a:buFont typeface="Zapf Dingbats"/>
        <a:buChar char="✤"/>
        <a:defRPr sz="3000">
          <a:latin typeface="+mn-lt"/>
          <a:ea typeface="+mn-ea"/>
          <a:cs typeface="+mn-cs"/>
          <a:sym typeface="Palatino"/>
        </a:defRPr>
      </a:lvl8pPr>
      <a:lvl9pPr marL="3924300" indent="-368300" defTabSz="584200">
        <a:lnSpc>
          <a:spcPct val="90000"/>
        </a:lnSpc>
        <a:spcBef>
          <a:spcPts val="3800"/>
        </a:spcBef>
        <a:buClr>
          <a:srgbClr val="5C86B9"/>
        </a:buClr>
        <a:buSzPct val="50000"/>
        <a:buFont typeface="Zapf Dingbats"/>
        <a:buChar char="✤"/>
        <a:defRPr sz="3000">
          <a:latin typeface="+mn-lt"/>
          <a:ea typeface="+mn-ea"/>
          <a:cs typeface="+mn-cs"/>
          <a:sym typeface="Palatino"/>
        </a:defRPr>
      </a:lvl9pPr>
    </p:bodyStyle>
    <p:otherStyle>
      <a:lvl1pPr algn="r" defTabSz="584200">
        <a:defRPr sz="1600">
          <a:solidFill>
            <a:schemeClr val="tx1"/>
          </a:solidFill>
          <a:latin typeface="+mn-lt"/>
          <a:ea typeface="+mn-ea"/>
          <a:cs typeface="+mn-cs"/>
          <a:sym typeface="Palatino"/>
        </a:defRPr>
      </a:lvl1pPr>
      <a:lvl2pPr indent="228600" algn="r" defTabSz="584200">
        <a:defRPr sz="1600">
          <a:solidFill>
            <a:schemeClr val="tx1"/>
          </a:solidFill>
          <a:latin typeface="+mn-lt"/>
          <a:ea typeface="+mn-ea"/>
          <a:cs typeface="+mn-cs"/>
          <a:sym typeface="Palatino"/>
        </a:defRPr>
      </a:lvl2pPr>
      <a:lvl3pPr indent="457200" algn="r" defTabSz="584200">
        <a:defRPr sz="1600">
          <a:solidFill>
            <a:schemeClr val="tx1"/>
          </a:solidFill>
          <a:latin typeface="+mn-lt"/>
          <a:ea typeface="+mn-ea"/>
          <a:cs typeface="+mn-cs"/>
          <a:sym typeface="Palatino"/>
        </a:defRPr>
      </a:lvl3pPr>
      <a:lvl4pPr indent="685800" algn="r" defTabSz="584200">
        <a:defRPr sz="1600">
          <a:solidFill>
            <a:schemeClr val="tx1"/>
          </a:solidFill>
          <a:latin typeface="+mn-lt"/>
          <a:ea typeface="+mn-ea"/>
          <a:cs typeface="+mn-cs"/>
          <a:sym typeface="Palatino"/>
        </a:defRPr>
      </a:lvl4pPr>
      <a:lvl5pPr indent="914400" algn="r" defTabSz="584200">
        <a:defRPr sz="1600">
          <a:solidFill>
            <a:schemeClr val="tx1"/>
          </a:solidFill>
          <a:latin typeface="+mn-lt"/>
          <a:ea typeface="+mn-ea"/>
          <a:cs typeface="+mn-cs"/>
          <a:sym typeface="Palatino"/>
        </a:defRPr>
      </a:lvl5pPr>
      <a:lvl6pPr indent="1143000" algn="r" defTabSz="584200">
        <a:defRPr sz="1600">
          <a:solidFill>
            <a:schemeClr val="tx1"/>
          </a:solidFill>
          <a:latin typeface="+mn-lt"/>
          <a:ea typeface="+mn-ea"/>
          <a:cs typeface="+mn-cs"/>
          <a:sym typeface="Palatino"/>
        </a:defRPr>
      </a:lvl6pPr>
      <a:lvl7pPr indent="1371600" algn="r" defTabSz="584200">
        <a:defRPr sz="1600">
          <a:solidFill>
            <a:schemeClr val="tx1"/>
          </a:solidFill>
          <a:latin typeface="+mn-lt"/>
          <a:ea typeface="+mn-ea"/>
          <a:cs typeface="+mn-cs"/>
          <a:sym typeface="Palatino"/>
        </a:defRPr>
      </a:lvl7pPr>
      <a:lvl8pPr indent="1600200" algn="r" defTabSz="584200">
        <a:defRPr sz="1600">
          <a:solidFill>
            <a:schemeClr val="tx1"/>
          </a:solidFill>
          <a:latin typeface="+mn-lt"/>
          <a:ea typeface="+mn-ea"/>
          <a:cs typeface="+mn-cs"/>
          <a:sym typeface="Palatino"/>
        </a:defRPr>
      </a:lvl8pPr>
      <a:lvl9pPr indent="1828800" algn="r" defTabSz="584200">
        <a:defRPr sz="1600">
          <a:solidFill>
            <a:schemeClr val="tx1"/>
          </a:solidFill>
          <a:latin typeface="+mn-lt"/>
          <a:ea typeface="+mn-ea"/>
          <a:cs typeface="+mn-cs"/>
          <a:sym typeface="Palatino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/>
        </p:nvSpPr>
        <p:spPr>
          <a:xfrm>
            <a:off x="369422" y="8807450"/>
            <a:ext cx="12255501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spcBef>
                <a:spcPts val="1100"/>
              </a:spcBef>
              <a:defRPr i="1" sz="1800">
                <a:solidFill>
                  <a:srgbClr val="5C86B9"/>
                </a:solidFill>
              </a:defRPr>
            </a:lvl1pPr>
          </a:lstStyle>
          <a:p>
            <a:pPr lvl="0">
              <a:defRPr i="0">
                <a:solidFill>
                  <a:srgbClr val="000000"/>
                </a:solidFill>
              </a:defRPr>
            </a:pPr>
            <a:r>
              <a:rPr i="1">
                <a:solidFill>
                  <a:srgbClr val="5C86B9"/>
                </a:solidFill>
              </a:rPr>
              <a:t>Unit 07</a:t>
            </a:r>
          </a:p>
        </p:txBody>
      </p:sp>
      <p:sp>
        <p:nvSpPr>
          <p:cNvPr id="58" name="Shape 5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I_POS</a:t>
            </a:r>
          </a:p>
        </p:txBody>
      </p:sp>
      <p:sp>
        <p:nvSpPr>
          <p:cNvPr id="59" name="Shape 59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5C86B9"/>
                </a:solidFill>
              </a:rPr>
              <a:t>Prime Number Check – A Case Study</a:t>
            </a:r>
          </a:p>
        </p:txBody>
      </p:sp>
    </p:spTree>
  </p:cSld>
  <p:clrMapOvr>
    <a:masterClrMapping/>
  </p:clrMapOvr>
  <p:transition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The Problem</a:t>
            </a:r>
          </a:p>
        </p:txBody>
      </p:sp>
      <p:sp>
        <p:nvSpPr>
          <p:cNvPr id="62" name="Shape 62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The user can enter a number</a:t>
            </a:r>
            <a:endParaRPr sz="3000"/>
          </a:p>
          <a:p>
            <a:pPr lvl="0">
              <a:defRPr sz="1800"/>
            </a:pPr>
            <a:r>
              <a:rPr sz="3000"/>
              <a:t>This number should be checked whether its a prime number or not</a:t>
            </a:r>
            <a:endParaRPr sz="3000"/>
          </a:p>
          <a:p>
            <a:pPr lvl="0">
              <a:defRPr sz="1800"/>
            </a:pPr>
            <a:r>
              <a:rPr sz="3000"/>
              <a:t>If the number is a prime number the message “&lt;n&gt; is a prime number” should be printed</a:t>
            </a:r>
            <a:endParaRPr sz="3000"/>
          </a:p>
          <a:p>
            <a:pPr lvl="0">
              <a:defRPr sz="1800"/>
            </a:pPr>
            <a:r>
              <a:rPr sz="3000"/>
              <a:t>Otherwise the message “&lt;n&gt; is no prime number” should be printed</a:t>
            </a:r>
            <a:endParaRPr sz="3000"/>
          </a:p>
          <a:p>
            <a:pPr lvl="0">
              <a:defRPr sz="1800"/>
            </a:pPr>
            <a:r>
              <a:rPr sz="3000"/>
              <a:t>&lt;n&gt; should denote the number entered by the user</a:t>
            </a:r>
          </a:p>
        </p:txBody>
      </p:sp>
    </p:spTree>
  </p:cSld>
  <p:clrMapOvr>
    <a:masterClrMapping/>
  </p:clrMapOvr>
  <p:transition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What are Prime Numbers?</a:t>
            </a:r>
          </a:p>
        </p:txBody>
      </p:sp>
      <p:sp>
        <p:nvSpPr>
          <p:cNvPr id="65" name="Shape 65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Numbers &gt; 1 which can be divided only by 1 and by themselves</a:t>
            </a:r>
            <a:endParaRPr sz="3000"/>
          </a:p>
          <a:p>
            <a:pPr lvl="0">
              <a:defRPr sz="1800"/>
            </a:pPr>
            <a:r>
              <a:rPr sz="3000"/>
              <a:t>E.g., 2, 3, 5, 7, 11, 13, 17, 19, …</a:t>
            </a:r>
          </a:p>
        </p:txBody>
      </p:sp>
    </p:spTree>
  </p:cSld>
  <p:clrMapOvr>
    <a:masterClrMapping/>
  </p:clrMapOvr>
  <p:transition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How to Check?</a:t>
            </a:r>
          </a:p>
        </p:txBody>
      </p:sp>
      <p:sp>
        <p:nvSpPr>
          <p:cNvPr id="68" name="Shape 68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 lvl="0" marL="324104" indent="-324104" defTabSz="514095">
              <a:spcBef>
                <a:spcPts val="3300"/>
              </a:spcBef>
              <a:defRPr sz="1800"/>
            </a:pPr>
            <a:r>
              <a:rPr sz="2640"/>
              <a:t>Let’s call the number to be checked primeCandidate</a:t>
            </a:r>
            <a:endParaRPr sz="2640"/>
          </a:p>
          <a:p>
            <a:pPr lvl="0" marL="324104" indent="-324104" defTabSz="514095">
              <a:spcBef>
                <a:spcPts val="3300"/>
              </a:spcBef>
              <a:defRPr sz="1800"/>
            </a:pPr>
            <a:r>
              <a:rPr sz="2640"/>
              <a:t>If primeCandidate &lt; 2 then this is no prime number</a:t>
            </a:r>
            <a:endParaRPr sz="2640"/>
          </a:p>
          <a:p>
            <a:pPr lvl="0" marL="324104" indent="-324104" defTabSz="514095">
              <a:spcBef>
                <a:spcPts val="3300"/>
              </a:spcBef>
              <a:defRPr sz="1800"/>
            </a:pPr>
            <a:r>
              <a:rPr sz="2640"/>
              <a:t>If primeCandidate == 2 then this is a prime number</a:t>
            </a:r>
            <a:endParaRPr sz="2640"/>
          </a:p>
          <a:p>
            <a:pPr lvl="0" marL="324104" indent="-324104" defTabSz="514095">
              <a:spcBef>
                <a:spcPts val="3300"/>
              </a:spcBef>
              <a:defRPr sz="1800"/>
            </a:pPr>
            <a:r>
              <a:rPr sz="2640"/>
              <a:t>Otherwise</a:t>
            </a:r>
            <a:endParaRPr sz="2640"/>
          </a:p>
          <a:p>
            <a:pPr lvl="1" marL="715263" indent="-324104" defTabSz="514095">
              <a:spcBef>
                <a:spcPts val="3300"/>
              </a:spcBef>
              <a:defRPr sz="1800"/>
            </a:pPr>
            <a:r>
              <a:rPr sz="2640"/>
              <a:t>For all divisors 2, 3, 4, … primeCandidate/2</a:t>
            </a:r>
            <a:endParaRPr sz="2640"/>
          </a:p>
          <a:p>
            <a:pPr lvl="2" marL="1106424" indent="-324104" defTabSz="514095">
              <a:spcBef>
                <a:spcPts val="3300"/>
              </a:spcBef>
              <a:defRPr sz="1800"/>
            </a:pPr>
            <a:r>
              <a:rPr sz="2640"/>
              <a:t>Check whether divisor divides primeCandidate</a:t>
            </a:r>
            <a:endParaRPr sz="2640"/>
          </a:p>
          <a:p>
            <a:pPr lvl="2" marL="1106424" indent="-324104" defTabSz="514095">
              <a:spcBef>
                <a:spcPts val="3300"/>
              </a:spcBef>
              <a:defRPr sz="1800"/>
            </a:pPr>
            <a:r>
              <a:rPr sz="2640"/>
              <a:t>If so, primeCandidate is no prime number and exit loop</a:t>
            </a:r>
            <a:endParaRPr sz="2640"/>
          </a:p>
          <a:p>
            <a:pPr lvl="2" marL="1106424" indent="-324104" defTabSz="514095">
              <a:spcBef>
                <a:spcPts val="3300"/>
              </a:spcBef>
              <a:defRPr sz="1800"/>
            </a:pPr>
            <a:r>
              <a:rPr sz="2640"/>
              <a:t>Else, check next divisor</a:t>
            </a:r>
          </a:p>
        </p:txBody>
      </p:sp>
    </p:spTree>
  </p:cSld>
  <p:clrMapOvr>
    <a:masterClrMapping/>
  </p:clrMapOvr>
  <p:transition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pc="0" sz="1800">
                <a:solidFill>
                  <a:srgbClr val="000000"/>
                </a:solidFill>
              </a:defRPr>
            </a:pPr>
            <a:r>
              <a:rPr spc="-128" sz="6400">
                <a:solidFill>
                  <a:srgbClr val="314864"/>
                </a:solidFill>
              </a:rPr>
              <a:t>Kernel of Algorithm</a:t>
            </a:r>
          </a:p>
        </p:txBody>
      </p:sp>
      <p:sp>
        <p:nvSpPr>
          <p:cNvPr id="71" name="Shape 71"/>
          <p:cNvSpPr/>
          <p:nvPr>
            <p:ph type="body" idx="1"/>
          </p:nvPr>
        </p:nvSpPr>
        <p:spPr>
          <a:xfrm>
            <a:off x="355600" y="2984500"/>
            <a:ext cx="7467600" cy="63246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Assumption: Input and first checks are already done</a:t>
            </a:r>
            <a:endParaRPr sz="3000"/>
          </a:p>
          <a:p>
            <a:pPr lvl="0">
              <a:defRPr sz="1800"/>
            </a:pPr>
            <a:r>
              <a:rPr sz="3000"/>
              <a:t>The following holds</a:t>
            </a:r>
            <a:endParaRPr sz="3000"/>
          </a:p>
          <a:p>
            <a:pPr lvl="1">
              <a:defRPr sz="1800"/>
            </a:pPr>
            <a:r>
              <a:rPr sz="3000"/>
              <a:t>Given a number primeCandidate</a:t>
            </a:r>
            <a:endParaRPr sz="3000"/>
          </a:p>
          <a:p>
            <a:pPr lvl="1">
              <a:defRPr sz="1800"/>
            </a:pPr>
            <a:r>
              <a:rPr sz="3000"/>
              <a:t>primeCandidate &gt; 2</a:t>
            </a:r>
          </a:p>
        </p:txBody>
      </p:sp>
      <p:pic>
        <p:nvPicPr>
          <p:cNvPr id="72" name="droppedImage.png"/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69300" y="2711332"/>
            <a:ext cx="3060700" cy="68582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Editorial">
  <a:themeElements>
    <a:clrScheme name="Editorial">
      <a:dk1>
        <a:srgbClr val="324863"/>
      </a:dk1>
      <a:lt1>
        <a:srgbClr val="634D31"/>
      </a:lt1>
      <a:dk2>
        <a:srgbClr val="615F5C"/>
      </a:dk2>
      <a:lt2>
        <a:srgbClr val="D6D3CB"/>
      </a:lt2>
      <a:accent1>
        <a:srgbClr val="4D76A4"/>
      </a:accent1>
      <a:accent2>
        <a:srgbClr val="729460"/>
      </a:accent2>
      <a:accent3>
        <a:srgbClr val="D6AD40"/>
      </a:accent3>
      <a:accent4>
        <a:srgbClr val="DC7D39"/>
      </a:accent4>
      <a:accent5>
        <a:srgbClr val="C36061"/>
      </a:accent5>
      <a:accent6>
        <a:srgbClr val="7E649B"/>
      </a:accent6>
      <a:hlink>
        <a:srgbClr val="0000FF"/>
      </a:hlink>
      <a:folHlink>
        <a:srgbClr val="FF00FF"/>
      </a:folHlink>
    </a:clrScheme>
    <a:fontScheme name="Editorial">
      <a:majorFont>
        <a:latin typeface="Didot"/>
        <a:ea typeface="Didot"/>
        <a:cs typeface="Didot"/>
      </a:majorFont>
      <a:minorFont>
        <a:latin typeface="Palatino"/>
        <a:ea typeface="Palatino"/>
        <a:cs typeface="Palatino"/>
      </a:minorFont>
    </a:fontScheme>
    <a:fmtScheme name="Edi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7996B9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324863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Editorial">
  <a:themeElements>
    <a:clrScheme name="Editorial">
      <a:dk1>
        <a:srgbClr val="000000"/>
      </a:dk1>
      <a:lt1>
        <a:srgbClr val="FFFFFF"/>
      </a:lt1>
      <a:dk2>
        <a:srgbClr val="615F5C"/>
      </a:dk2>
      <a:lt2>
        <a:srgbClr val="D6D3CB"/>
      </a:lt2>
      <a:accent1>
        <a:srgbClr val="4D76A4"/>
      </a:accent1>
      <a:accent2>
        <a:srgbClr val="729460"/>
      </a:accent2>
      <a:accent3>
        <a:srgbClr val="D6AD40"/>
      </a:accent3>
      <a:accent4>
        <a:srgbClr val="DC7D39"/>
      </a:accent4>
      <a:accent5>
        <a:srgbClr val="C36061"/>
      </a:accent5>
      <a:accent6>
        <a:srgbClr val="7E649B"/>
      </a:accent6>
      <a:hlink>
        <a:srgbClr val="0000FF"/>
      </a:hlink>
      <a:folHlink>
        <a:srgbClr val="FF00FF"/>
      </a:folHlink>
    </a:clrScheme>
    <a:fontScheme name="Editorial">
      <a:majorFont>
        <a:latin typeface="Didot"/>
        <a:ea typeface="Didot"/>
        <a:cs typeface="Didot"/>
      </a:majorFont>
      <a:minorFont>
        <a:latin typeface="Palatino"/>
        <a:ea typeface="Palatino"/>
        <a:cs typeface="Palatino"/>
      </a:minorFont>
    </a:fontScheme>
    <a:fmtScheme name="Edi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7996B9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324863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