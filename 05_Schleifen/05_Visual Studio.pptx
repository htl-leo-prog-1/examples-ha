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19.10.2015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2015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85677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00903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3503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7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309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18488" cy="69215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36538" y="908050"/>
            <a:ext cx="4214812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3750" y="908050"/>
            <a:ext cx="4216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E52C6-0859-4B53-8806-DE4E580475AC}" type="datetime1">
              <a:rPr lang="de-DE"/>
              <a:pPr>
                <a:defRPr/>
              </a:pPr>
              <a:t>19.10.2015</a:t>
            </a:fld>
            <a:endParaRPr lang="de-DE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A4119-F3D4-4A53-BCF8-850E55285E1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18488" cy="69215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36538" y="908050"/>
            <a:ext cx="4214812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03750" y="908050"/>
            <a:ext cx="4216400" cy="2516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03750" y="3576638"/>
            <a:ext cx="4216400" cy="2516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97C6B-41BD-4D0D-91B0-9CE12CE49F64}" type="datetime1">
              <a:rPr lang="de-DE"/>
              <a:pPr>
                <a:defRPr/>
              </a:pPr>
              <a:t>19.10.2015</a:t>
            </a:fld>
            <a:endParaRPr lang="de-DE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95B3A-B660-4B54-BCF1-37BC818E92D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39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36538" y="908050"/>
            <a:ext cx="4214812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3750" y="908050"/>
            <a:ext cx="42164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12DE6-E8E4-4EC9-AEE5-CB505AC14428}" type="datetime1">
              <a:rPr lang="de-DE"/>
              <a:pPr>
                <a:defRPr/>
              </a:pPr>
              <a:t>19.10.2015</a:t>
            </a:fld>
            <a:endParaRPr lang="de-DE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5C805B-3C93-4E3F-B479-2C75CC5740D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394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11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685800" y="1882775"/>
            <a:ext cx="7772400" cy="147002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altLang="de-DE" sz="4000" dirty="0" smtClean="0">
                <a:solidFill>
                  <a:srgbClr val="002060"/>
                </a:solidFill>
              </a:rPr>
              <a:t>Erste Schritte mit Visual Studio</a:t>
            </a:r>
            <a:endParaRPr lang="de-DE" altLang="de-DE" sz="4000" dirty="0" smtClean="0">
              <a:solidFill>
                <a:srgbClr val="002060"/>
              </a:solidFill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5194300" y="3206750"/>
          <a:ext cx="3505200" cy="262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Image" r:id="rId3" imgW="13206349" imgH="9892063" progId="Photoshop.Image.7">
                  <p:embed/>
                </p:oleObj>
              </mc:Choice>
              <mc:Fallback>
                <p:oleObj name="Image" r:id="rId3" imgW="13206349" imgH="9892063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3206750"/>
                        <a:ext cx="3505200" cy="262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744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Öffnen der IDE</a:t>
            </a:r>
          </a:p>
        </p:txBody>
      </p:sp>
      <p:pic>
        <p:nvPicPr>
          <p:cNvPr id="410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57250"/>
            <a:ext cx="82296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514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Neues Projekt anlegen</a:t>
            </a:r>
          </a:p>
        </p:txBody>
      </p:sp>
      <p:pic>
        <p:nvPicPr>
          <p:cNvPr id="512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914400"/>
            <a:ext cx="45148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3" y="1739900"/>
            <a:ext cx="6430962" cy="431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Rectangle 8"/>
          <p:cNvSpPr>
            <a:spLocks noChangeArrowheads="1"/>
          </p:cNvSpPr>
          <p:nvPr/>
        </p:nvSpPr>
        <p:spPr bwMode="auto">
          <a:xfrm>
            <a:off x="1165225" y="1077913"/>
            <a:ext cx="4233863" cy="544512"/>
          </a:xfrm>
          <a:prstGeom prst="rect">
            <a:avLst/>
          </a:prstGeom>
          <a:solidFill>
            <a:srgbClr val="FFFF00">
              <a:alpha val="3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Wingdings" pitchFamily="2" charset="2"/>
              <a:buChar char="Ø"/>
              <a:defRPr sz="3200">
                <a:solidFill>
                  <a:srgbClr val="00008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2400">
                <a:solidFill>
                  <a:srgbClr val="00008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AT" altLang="de-DE" sz="1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3124200" y="2743200"/>
            <a:ext cx="1785938" cy="217488"/>
          </a:xfrm>
          <a:prstGeom prst="rect">
            <a:avLst/>
          </a:prstGeom>
          <a:solidFill>
            <a:srgbClr val="FFFF00">
              <a:alpha val="3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Wingdings" pitchFamily="2" charset="2"/>
              <a:buChar char="Ø"/>
              <a:defRPr sz="3200">
                <a:solidFill>
                  <a:srgbClr val="00008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2400">
                <a:solidFill>
                  <a:srgbClr val="00008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AT" altLang="de-DE" sz="1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29" name="Rectangle 8"/>
          <p:cNvSpPr>
            <a:spLocks noChangeArrowheads="1"/>
          </p:cNvSpPr>
          <p:nvPr/>
        </p:nvSpPr>
        <p:spPr bwMode="auto">
          <a:xfrm>
            <a:off x="2122488" y="4887913"/>
            <a:ext cx="1785937" cy="217487"/>
          </a:xfrm>
          <a:prstGeom prst="rect">
            <a:avLst/>
          </a:prstGeom>
          <a:solidFill>
            <a:srgbClr val="FFFF00">
              <a:alpha val="3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Wingdings" pitchFamily="2" charset="2"/>
              <a:buChar char="Ø"/>
              <a:defRPr sz="3200">
                <a:solidFill>
                  <a:srgbClr val="00008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2400">
                <a:solidFill>
                  <a:srgbClr val="00008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AT" altLang="de-DE" sz="10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130" name="Rectangle 8"/>
          <p:cNvSpPr>
            <a:spLocks noChangeArrowheads="1"/>
          </p:cNvSpPr>
          <p:nvPr/>
        </p:nvSpPr>
        <p:spPr bwMode="auto">
          <a:xfrm>
            <a:off x="2122488" y="5127625"/>
            <a:ext cx="4464050" cy="239713"/>
          </a:xfrm>
          <a:prstGeom prst="rect">
            <a:avLst/>
          </a:prstGeom>
          <a:solidFill>
            <a:srgbClr val="FFFF00">
              <a:alpha val="3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Wingdings" pitchFamily="2" charset="2"/>
              <a:buChar char="Ø"/>
              <a:defRPr sz="3200">
                <a:solidFill>
                  <a:srgbClr val="000080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Font typeface="Wingdings" pitchFamily="2" charset="2"/>
              <a:buChar char="§"/>
              <a:defRPr sz="2400">
                <a:solidFill>
                  <a:srgbClr val="000080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de-AT" altLang="de-DE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8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Projektverwaltung </a:t>
            </a:r>
            <a:r>
              <a:rPr lang="de-DE" altLang="de-DE" smtClean="0">
                <a:sym typeface="Wingdings" pitchFamily="2" charset="2"/>
              </a:rPr>
              <a:t> Dateien</a:t>
            </a:r>
            <a:endParaRPr lang="de-DE" altLang="de-DE" smtClean="0"/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de-DE" altLang="de-DE" sz="2800" smtClean="0"/>
              <a:t>Solution Explorer verwaltet mehrere Projekte</a:t>
            </a:r>
          </a:p>
          <a:p>
            <a:pPr eaLnBrk="1" hangingPunct="1"/>
            <a:endParaRPr lang="de-DE" altLang="de-DE" sz="2800" smtClean="0"/>
          </a:p>
          <a:p>
            <a:pPr eaLnBrk="1" hangingPunct="1"/>
            <a:r>
              <a:rPr lang="de-DE" altLang="de-DE" sz="2800" smtClean="0"/>
              <a:t>Projekt besteht aus</a:t>
            </a:r>
          </a:p>
          <a:p>
            <a:pPr lvl="1" eaLnBrk="1" hangingPunct="1"/>
            <a:r>
              <a:rPr lang="de-DE" altLang="de-DE" sz="2400" smtClean="0"/>
              <a:t>Programmdatei[en]</a:t>
            </a:r>
          </a:p>
          <a:p>
            <a:pPr lvl="1" eaLnBrk="1" hangingPunct="1"/>
            <a:r>
              <a:rPr lang="de-DE" altLang="de-DE" sz="2400" smtClean="0"/>
              <a:t>Konfigurationsdateien</a:t>
            </a:r>
          </a:p>
          <a:p>
            <a:pPr lvl="1" eaLnBrk="1" hangingPunct="1"/>
            <a:r>
              <a:rPr lang="de-DE" altLang="de-DE" sz="2400" smtClean="0"/>
              <a:t>Verweise auf verwendete Module</a:t>
            </a:r>
          </a:p>
          <a:p>
            <a:pPr lvl="1" eaLnBrk="1" hangingPunct="1"/>
            <a:endParaRPr lang="de-DE" altLang="de-DE" sz="2400" smtClean="0"/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1214438"/>
            <a:ext cx="3900488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478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Arbeitsoberfläche</a:t>
            </a:r>
          </a:p>
        </p:txBody>
      </p:sp>
      <p:sp>
        <p:nvSpPr>
          <p:cNvPr id="7173" name="Inhaltsplatzhalt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de-AT" altLang="de-DE" smtClean="0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954088"/>
            <a:ext cx="8620125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6181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Eingabeunterstützung mittels Intellisense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6538" y="893763"/>
            <a:ext cx="4214812" cy="5184775"/>
          </a:xfrm>
        </p:spPr>
        <p:txBody>
          <a:bodyPr/>
          <a:lstStyle/>
          <a:p>
            <a:pPr eaLnBrk="1" hangingPunct="1"/>
            <a:r>
              <a:rPr lang="de-DE" altLang="de-DE" sz="2400" smtClean="0"/>
              <a:t>Wort vervollständigen (ALT-RECHTS)</a:t>
            </a:r>
          </a:p>
          <a:p>
            <a:pPr eaLnBrk="1" hangingPunct="1"/>
            <a:endParaRPr lang="de-DE" altLang="de-DE" sz="2400" smtClean="0"/>
          </a:p>
          <a:p>
            <a:pPr eaLnBrk="1" hangingPunct="1"/>
            <a:endParaRPr lang="de-DE" altLang="de-DE" sz="2400" smtClean="0"/>
          </a:p>
          <a:p>
            <a:pPr eaLnBrk="1" hangingPunct="1"/>
            <a:endParaRPr lang="de-DE" altLang="de-DE" sz="2400" smtClean="0"/>
          </a:p>
          <a:p>
            <a:pPr eaLnBrk="1" hangingPunct="1"/>
            <a:endParaRPr lang="de-DE" altLang="de-DE" sz="2400" smtClean="0"/>
          </a:p>
          <a:p>
            <a:pPr eaLnBrk="1" hangingPunct="1"/>
            <a:r>
              <a:rPr lang="de-DE" altLang="de-DE" sz="2400" smtClean="0"/>
              <a:t>Quickinfos zu einzelnen Elementen</a:t>
            </a:r>
          </a:p>
          <a:p>
            <a:pPr eaLnBrk="1" hangingPunct="1"/>
            <a:endParaRPr lang="de-DE" altLang="de-DE" sz="2400" smtClean="0"/>
          </a:p>
          <a:p>
            <a:pPr eaLnBrk="1" hangingPunct="1"/>
            <a:endParaRPr lang="de-DE" altLang="de-DE" sz="2400" smtClean="0"/>
          </a:p>
          <a:p>
            <a:pPr eaLnBrk="1" hangingPunct="1"/>
            <a:r>
              <a:rPr lang="de-DE" altLang="de-DE" sz="2400" smtClean="0"/>
              <a:t>Parameter der Methoden</a:t>
            </a:r>
          </a:p>
          <a:p>
            <a:pPr eaLnBrk="1" hangingPunct="1">
              <a:buFont typeface="Wingdings" pitchFamily="2" charset="2"/>
              <a:buNone/>
            </a:pPr>
            <a:endParaRPr lang="de-DE" altLang="de-DE" sz="2400" smtClean="0"/>
          </a:p>
          <a:p>
            <a:pPr lvl="1" eaLnBrk="1" hangingPunct="1"/>
            <a:endParaRPr lang="de-DE" altLang="de-DE" sz="2000" smtClean="0"/>
          </a:p>
        </p:txBody>
      </p:sp>
      <p:graphicFrame>
        <p:nvGraphicFramePr>
          <p:cNvPr id="8198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4572000" y="971550"/>
          <a:ext cx="3073400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Image" r:id="rId3" imgW="3073016" imgH="2412698" progId="Photoshop.Image.7">
                  <p:embed/>
                </p:oleObj>
              </mc:Choice>
              <mc:Fallback>
                <p:oleObj name="Image" r:id="rId3" imgW="3073016" imgH="2412698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71550"/>
                        <a:ext cx="3073400" cy="241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6"/>
          <p:cNvGraphicFramePr>
            <a:graphicFrameLocks noChangeAspect="1"/>
          </p:cNvGraphicFramePr>
          <p:nvPr>
            <p:ph sz="quarter" idx="3"/>
          </p:nvPr>
        </p:nvGraphicFramePr>
        <p:xfrm>
          <a:off x="4572000" y="3619500"/>
          <a:ext cx="10112375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Image" r:id="rId5" imgW="6882540" imgH="761636" progId="Photoshop.Image.7">
                  <p:embed/>
                </p:oleObj>
              </mc:Choice>
              <mc:Fallback>
                <p:oleObj name="Image" r:id="rId5" imgW="6882540" imgH="761636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619500"/>
                        <a:ext cx="10112375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4572000" y="4845050"/>
          <a:ext cx="431323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Image" r:id="rId7" imgW="3415873" imgH="749206" progId="Photoshop.Image.7">
                  <p:embed/>
                </p:oleObj>
              </mc:Choice>
              <mc:Fallback>
                <p:oleObj name="Image" r:id="rId7" imgW="3415873" imgH="749206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845050"/>
                        <a:ext cx="431323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559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Details liefert die eingebaute Hilfe (F1)</a:t>
            </a:r>
          </a:p>
        </p:txBody>
      </p:sp>
      <p:pic>
        <p:nvPicPr>
          <p:cNvPr id="922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838200"/>
            <a:ext cx="7381875" cy="529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567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Programm erstellen (F6)</a:t>
            </a:r>
          </a:p>
        </p:txBody>
      </p:sp>
      <p:pic>
        <p:nvPicPr>
          <p:cNvPr id="1024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1397000"/>
            <a:ext cx="782002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81413"/>
            <a:ext cx="9115425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677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mtClean="0"/>
              <a:t>Programm starten (F5)</a:t>
            </a:r>
          </a:p>
        </p:txBody>
      </p:sp>
      <p:pic>
        <p:nvPicPr>
          <p:cNvPr id="11269" name="Picture 8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0525" y="1362075"/>
            <a:ext cx="3841750" cy="1109663"/>
          </a:xfrm>
          <a:noFill/>
        </p:spPr>
      </p:pic>
      <p:pic>
        <p:nvPicPr>
          <p:cNvPr id="11270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41488" y="3103563"/>
            <a:ext cx="4441825" cy="2262187"/>
          </a:xfrm>
          <a:noFill/>
        </p:spPr>
      </p:pic>
    </p:spTree>
    <p:extLst>
      <p:ext uri="{BB962C8B-B14F-4D97-AF65-F5344CB8AC3E}">
        <p14:creationId xmlns:p14="http://schemas.microsoft.com/office/powerpoint/2010/main" val="1307476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 smtClean="0"/>
              <a:t>Tipps </a:t>
            </a:r>
          </a:p>
        </p:txBody>
      </p:sp>
      <p:sp>
        <p:nvSpPr>
          <p:cNvPr id="12291" name="Inhaltsplatzhalter 2"/>
          <p:cNvSpPr>
            <a:spLocks noGrp="1"/>
          </p:cNvSpPr>
          <p:nvPr>
            <p:ph idx="1"/>
          </p:nvPr>
        </p:nvSpPr>
        <p:spPr>
          <a:xfrm>
            <a:off x="236538" y="908050"/>
            <a:ext cx="5532437" cy="5184775"/>
          </a:xfrm>
        </p:spPr>
        <p:txBody>
          <a:bodyPr/>
          <a:lstStyle/>
          <a:p>
            <a:pPr eaLnBrk="1" hangingPunct="1"/>
            <a:r>
              <a:rPr lang="de-AT" altLang="de-DE" sz="2400" smtClean="0"/>
              <a:t>Build:			F6 </a:t>
            </a:r>
          </a:p>
          <a:p>
            <a:pPr eaLnBrk="1" hangingPunct="1"/>
            <a:r>
              <a:rPr lang="de-AT" altLang="de-DE" sz="2400" smtClean="0"/>
              <a:t>Starten mit Debuggen:	F5</a:t>
            </a:r>
          </a:p>
          <a:p>
            <a:pPr eaLnBrk="1" hangingPunct="1"/>
            <a:r>
              <a:rPr lang="de-AT" altLang="de-DE" sz="2400" smtClean="0"/>
              <a:t>Starten ohne Debuggen:	Strg-F5</a:t>
            </a:r>
          </a:p>
          <a:p>
            <a:pPr eaLnBrk="1" hangingPunct="1"/>
            <a:r>
              <a:rPr lang="de-AT" altLang="de-DE" sz="2400" smtClean="0"/>
              <a:t>Debuggen abbrechen: 	Shift-F5</a:t>
            </a:r>
          </a:p>
          <a:p>
            <a:pPr eaLnBrk="1" hangingPunct="1"/>
            <a:endParaRPr lang="de-AT" altLang="de-DE" sz="2400" smtClean="0"/>
          </a:p>
          <a:p>
            <a:pPr eaLnBrk="1" hangingPunct="1"/>
            <a:r>
              <a:rPr lang="de-AT" altLang="de-DE" sz="2400" smtClean="0"/>
              <a:t>Zeilennummern anzeigen</a:t>
            </a:r>
          </a:p>
          <a:p>
            <a:pPr lvl="1" eaLnBrk="1" hangingPunct="1"/>
            <a:r>
              <a:rPr lang="de-AT" altLang="de-DE" sz="2000" smtClean="0"/>
              <a:t>Tools/Options/TextEditor/C#/LineNumbers</a:t>
            </a:r>
          </a:p>
          <a:p>
            <a:pPr eaLnBrk="1" hangingPunct="1"/>
            <a:endParaRPr lang="de-AT" altLang="de-DE" sz="2400" smtClean="0"/>
          </a:p>
          <a:p>
            <a:pPr eaLnBrk="1" hangingPunct="1"/>
            <a:r>
              <a:rPr lang="de-AT" altLang="de-DE" sz="2400" smtClean="0"/>
              <a:t>Outputfenster anzeigen </a:t>
            </a:r>
          </a:p>
        </p:txBody>
      </p:sp>
      <p:pic>
        <p:nvPicPr>
          <p:cNvPr id="122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0" y="835025"/>
            <a:ext cx="3149600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8654898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Bildschirmpräsentation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2_Larissa</vt:lpstr>
      <vt:lpstr>Adobe Photoshop-Bild</vt:lpstr>
      <vt:lpstr>PowerPoint-Präsentation</vt:lpstr>
      <vt:lpstr>Öffnen der IDE</vt:lpstr>
      <vt:lpstr>Neues Projekt anlegen</vt:lpstr>
      <vt:lpstr>Projektverwaltung  Dateien</vt:lpstr>
      <vt:lpstr>Arbeitsoberfläche</vt:lpstr>
      <vt:lpstr>Eingabeunterstützung mittels Intellisense</vt:lpstr>
      <vt:lpstr>Details liefert die eingebaute Hilfe (F1)</vt:lpstr>
      <vt:lpstr>Programm erstellen (F6)</vt:lpstr>
      <vt:lpstr>Programm starten (F5)</vt:lpstr>
      <vt:lpstr>Tipps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gerald.koeck@aon.at</cp:lastModifiedBy>
  <cp:revision>89</cp:revision>
  <dcterms:created xsi:type="dcterms:W3CDTF">2013-05-11T11:25:57Z</dcterms:created>
  <dcterms:modified xsi:type="dcterms:W3CDTF">2015-10-19T14:49:02Z</dcterms:modified>
</cp:coreProperties>
</file>